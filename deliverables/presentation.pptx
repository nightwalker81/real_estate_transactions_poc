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  <p:sldMasterId id="2147483668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y="5143500" cx="9144000"/>
  <p:notesSz cx="6858000" cy="9144000"/>
  <p:embeddedFontLst>
    <p:embeddedFont>
      <p:font typeface="Arial Black"/>
      <p:regular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31" roundtripDataSignature="AMtx7mitKR9axS+RJzuwveoM+sPMFeTdz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82F3EA6-17C1-43AA-A908-EA6A1B0BE1F1}">
  <a:tblStyle styleId="{A82F3EA6-17C1-43AA-A908-EA6A1B0BE1F1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slide" Target="slides/slide2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customschemas.google.com/relationships/presentationmetadata" Target="metadata"/><Relationship Id="rId30" Type="http://schemas.openxmlformats.org/officeDocument/2006/relationships/font" Target="fonts/ArialBlack-regular.fntdata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0" name="Google Shape;250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1" name="Google Shape;251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1" name="Google Shape;26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2" name="Google Shape;26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2" name="Google Shape;27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3" name="Google Shape;27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1" name="Google Shape;28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2" name="Google Shape;282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0" name="Google Shape;29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1" name="Google Shape;29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0" name="Google Shape;30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1" name="Google Shape;301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9" name="Google Shape;30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0" name="Google Shape;310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8" name="Google Shape;31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9" name="Google Shape;319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9" name="Google Shape;32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0" name="Google Shape;330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0" name="Google Shape;34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41" name="Google Shape;341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0" name="Google Shape;350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1" name="Google Shape;351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0" name="Google Shape;360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1" name="Google Shape;361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0" name="Google Shape;370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71" name="Google Shape;371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0" name="Google Shape;380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81" name="Google Shape;381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0" name="Google Shape;390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91" name="Google Shape;391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0" name="Google Shape;400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01" name="Google Shape;401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0" name="Google Shape;410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11" name="Google Shape;411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0" name="Google Shape;420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21" name="Google Shape;421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0" name="Google Shape;430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31" name="Google Shape;431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0" name="Google Shape;440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41" name="Google Shape;441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0" name="Google Shape;450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51" name="Google Shape;451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0" name="Google Shape;460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61" name="Google Shape;461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e de titre avec image">
  <p:cSld name="Diapositive de titre avec imag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4"/>
          <p:cNvSpPr/>
          <p:nvPr/>
        </p:nvSpPr>
        <p:spPr>
          <a:xfrm flipH="1" rot="10800000">
            <a:off x="0" y="-4"/>
            <a:ext cx="7968996" cy="4053083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" name="Google Shape;11;p24"/>
          <p:cNvCxnSpPr/>
          <p:nvPr/>
        </p:nvCxnSpPr>
        <p:spPr>
          <a:xfrm flipH="1" rot="10800000">
            <a:off x="0" y="0"/>
            <a:ext cx="4523015" cy="2253342"/>
          </a:xfrm>
          <a:prstGeom prst="straightConnector1">
            <a:avLst/>
          </a:prstGeom>
          <a:noFill/>
          <a:ln cap="flat" cmpd="sng" w="9525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" name="Google Shape;12;p24"/>
          <p:cNvSpPr/>
          <p:nvPr>
            <p:ph idx="2" type="pic"/>
          </p:nvPr>
        </p:nvSpPr>
        <p:spPr>
          <a:xfrm>
            <a:off x="1262549" y="645708"/>
            <a:ext cx="3321392" cy="3852817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13" name="Google Shape;13;p24"/>
          <p:cNvCxnSpPr/>
          <p:nvPr/>
        </p:nvCxnSpPr>
        <p:spPr>
          <a:xfrm flipH="1" rot="10800000">
            <a:off x="6753226" y="2943224"/>
            <a:ext cx="2390775" cy="1266825"/>
          </a:xfrm>
          <a:prstGeom prst="straightConnector1">
            <a:avLst/>
          </a:prstGeom>
          <a:noFill/>
          <a:ln cap="flat" cmpd="sng" w="9525">
            <a:solidFill>
              <a:srgbClr val="EE957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" name="Google Shape;14;p24" title="Titre"/>
          <p:cNvSpPr txBox="1"/>
          <p:nvPr>
            <p:ph type="ctrTitle"/>
          </p:nvPr>
        </p:nvSpPr>
        <p:spPr>
          <a:xfrm>
            <a:off x="4781791" y="1504563"/>
            <a:ext cx="3640180" cy="121218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  <a:defRPr b="1" sz="32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Google Shape;15;p24" title="Sous-titre"/>
          <p:cNvSpPr txBox="1"/>
          <p:nvPr>
            <p:ph idx="1" type="subTitle"/>
          </p:nvPr>
        </p:nvSpPr>
        <p:spPr>
          <a:xfrm>
            <a:off x="4781411" y="2730749"/>
            <a:ext cx="3640754" cy="94318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cxnSp>
        <p:nvCxnSpPr>
          <p:cNvPr id="16" name="Google Shape;16;p24"/>
          <p:cNvCxnSpPr/>
          <p:nvPr/>
        </p:nvCxnSpPr>
        <p:spPr>
          <a:xfrm flipH="1" rot="10800000">
            <a:off x="-13378" y="3525012"/>
            <a:ext cx="1439842" cy="750790"/>
          </a:xfrm>
          <a:prstGeom prst="straightConnector1">
            <a:avLst/>
          </a:prstGeom>
          <a:noFill/>
          <a:ln cap="flat" cmpd="sng" w="9525">
            <a:solidFill>
              <a:srgbClr val="E26064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5653">
          <p15:clr>
            <a:srgbClr val="FBAE40"/>
          </p15:clr>
        </p15:guide>
        <p15:guide id="3" pos="103">
          <p15:clr>
            <a:srgbClr val="FBAE40"/>
          </p15:clr>
        </p15:guide>
        <p15:guide id="4" orient="horz" pos="3133">
          <p15:clr>
            <a:srgbClr val="FBAE40"/>
          </p15:clr>
        </p15:guide>
        <p15:guide id="5" orient="horz" pos="107">
          <p15:clr>
            <a:srgbClr val="FBAE40"/>
          </p15:clr>
        </p15:guide>
        <p15:guide id="6" pos="1843">
          <p15:clr>
            <a:srgbClr val="FBAE40"/>
          </p15:clr>
        </p15:guide>
        <p15:guide id="7" pos="329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POSITION DU TEXTE 01">
  <p:cSld name="DISPOSITION DU TEXTE 01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5" title="Puces"/>
          <p:cNvSpPr txBox="1"/>
          <p:nvPr>
            <p:ph idx="1" type="body"/>
          </p:nvPr>
        </p:nvSpPr>
        <p:spPr>
          <a:xfrm>
            <a:off x="398533" y="2397686"/>
            <a:ext cx="3707122" cy="221870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2385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048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048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" name="Google Shape;19;p25"/>
          <p:cNvSpPr/>
          <p:nvPr/>
        </p:nvSpPr>
        <p:spPr>
          <a:xfrm rot="10800000">
            <a:off x="1379765" y="-4"/>
            <a:ext cx="7764236" cy="4229105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25"/>
          <p:cNvSpPr/>
          <p:nvPr/>
        </p:nvSpPr>
        <p:spPr>
          <a:xfrm flipH="1">
            <a:off x="2233613" y="-4"/>
            <a:ext cx="3090863" cy="981079"/>
          </a:xfrm>
          <a:prstGeom prst="parallelogram">
            <a:avLst>
              <a:gd fmla="val 186380" name="adj"/>
            </a:avLst>
          </a:prstGeom>
          <a:solidFill>
            <a:srgbClr val="E2606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" name="Google Shape;21;p25"/>
          <p:cNvCxnSpPr/>
          <p:nvPr/>
        </p:nvCxnSpPr>
        <p:spPr>
          <a:xfrm flipH="1" rot="10800000">
            <a:off x="4781550" y="3785308"/>
            <a:ext cx="1143431" cy="1352550"/>
          </a:xfrm>
          <a:prstGeom prst="straightConnector1">
            <a:avLst/>
          </a:prstGeom>
          <a:noFill/>
          <a:ln cap="flat" cmpd="sng" w="9525">
            <a:solidFill>
              <a:srgbClr val="EE957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2" name="Google Shape;22;p25" title="Sous-titre"/>
          <p:cNvSpPr txBox="1"/>
          <p:nvPr>
            <p:ph idx="2" type="body"/>
          </p:nvPr>
        </p:nvSpPr>
        <p:spPr>
          <a:xfrm>
            <a:off x="398534" y="1922608"/>
            <a:ext cx="5506973" cy="45667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048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048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" name="Google Shape;23;p25" title="Titre "/>
          <p:cNvSpPr txBox="1"/>
          <p:nvPr>
            <p:ph type="title"/>
          </p:nvPr>
        </p:nvSpPr>
        <p:spPr>
          <a:xfrm>
            <a:off x="398533" y="981363"/>
            <a:ext cx="5506967" cy="91167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b="1" sz="33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4" name="Google Shape;24;p25"/>
          <p:cNvSpPr/>
          <p:nvPr>
            <p:ph idx="3" type="pic"/>
          </p:nvPr>
        </p:nvSpPr>
        <p:spPr>
          <a:xfrm>
            <a:off x="4953000" y="0"/>
            <a:ext cx="4191000" cy="5154187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5" name="Google Shape;25;p25"/>
          <p:cNvSpPr txBox="1"/>
          <p:nvPr>
            <p:ph idx="11" type="ftr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6" name="Google Shape;26;p25"/>
          <p:cNvSpPr txBox="1"/>
          <p:nvPr>
            <p:ph idx="12" type="sldNum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07">
          <p15:clr>
            <a:srgbClr val="FBAE40"/>
          </p15:clr>
        </p15:guide>
        <p15:guide id="2" pos="2880">
          <p15:clr>
            <a:srgbClr val="FBAE40"/>
          </p15:clr>
        </p15:guide>
        <p15:guide id="3" pos="31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ison avec sous-titre">
  <p:cSld name="Comparaison avec sous-titre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" name="Google Shape;28;p26"/>
          <p:cNvCxnSpPr/>
          <p:nvPr/>
        </p:nvCxnSpPr>
        <p:spPr>
          <a:xfrm rot="10800000">
            <a:off x="-6935" y="2725475"/>
            <a:ext cx="1434464" cy="1179742"/>
          </a:xfrm>
          <a:prstGeom prst="straightConnector1">
            <a:avLst/>
          </a:prstGeom>
          <a:noFill/>
          <a:ln cap="flat" cmpd="sng" w="9525">
            <a:solidFill>
              <a:srgbClr val="EE9571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29" name="Google Shape;29;p26"/>
          <p:cNvGrpSpPr/>
          <p:nvPr/>
        </p:nvGrpSpPr>
        <p:grpSpPr>
          <a:xfrm flipH="1">
            <a:off x="5670996" y="0"/>
            <a:ext cx="3572983" cy="2655755"/>
            <a:chOff x="-124265" y="-2"/>
            <a:chExt cx="4763978" cy="3367272"/>
          </a:xfrm>
        </p:grpSpPr>
        <p:sp>
          <p:nvSpPr>
            <p:cNvPr id="30" name="Google Shape;30;p26"/>
            <p:cNvSpPr/>
            <p:nvPr/>
          </p:nvSpPr>
          <p:spPr>
            <a:xfrm>
              <a:off x="0" y="-1"/>
              <a:ext cx="4639713" cy="3367271"/>
            </a:xfrm>
            <a:prstGeom prst="diagStripe">
              <a:avLst>
                <a:gd fmla="val 51202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1" name="Google Shape;31;p26"/>
            <p:cNvCxnSpPr/>
            <p:nvPr/>
          </p:nvCxnSpPr>
          <p:spPr>
            <a:xfrm flipH="1" rot="10800000">
              <a:off x="1433638" y="-2"/>
              <a:ext cx="1240971" cy="916595"/>
            </a:xfrm>
            <a:prstGeom prst="straightConnector1">
              <a:avLst/>
            </a:prstGeom>
            <a:noFill/>
            <a:ln cap="flat" cmpd="sng" w="9525">
              <a:solidFill>
                <a:srgbClr val="BFBFB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32" name="Google Shape;32;p26"/>
            <p:cNvSpPr/>
            <p:nvPr/>
          </p:nvSpPr>
          <p:spPr>
            <a:xfrm rot="-2178838">
              <a:off x="-192127" y="1140864"/>
              <a:ext cx="1354398" cy="214994"/>
            </a:xfrm>
            <a:prstGeom prst="parallelogram">
              <a:avLst>
                <a:gd fmla="val 72003" name="adj"/>
              </a:avLst>
            </a:prstGeom>
            <a:solidFill>
              <a:srgbClr val="EE957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" name="Google Shape;33;p26"/>
          <p:cNvSpPr txBox="1"/>
          <p:nvPr>
            <p:ph idx="1" type="body"/>
          </p:nvPr>
        </p:nvSpPr>
        <p:spPr>
          <a:xfrm>
            <a:off x="390524" y="1578666"/>
            <a:ext cx="4106468" cy="585891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2100"/>
              <a:buFont typeface="Arial"/>
              <a:buNone/>
              <a:defRPr b="1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b="1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4" name="Google Shape;34;p26" title="Puces"/>
          <p:cNvSpPr txBox="1"/>
          <p:nvPr>
            <p:ph idx="2" type="body"/>
          </p:nvPr>
        </p:nvSpPr>
        <p:spPr>
          <a:xfrm>
            <a:off x="390524" y="2164557"/>
            <a:ext cx="4106468" cy="242411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2385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048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048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5" name="Google Shape;35;p26"/>
          <p:cNvSpPr txBox="1"/>
          <p:nvPr>
            <p:ph idx="3" type="body"/>
          </p:nvPr>
        </p:nvSpPr>
        <p:spPr>
          <a:xfrm>
            <a:off x="4640035" y="1578666"/>
            <a:ext cx="4106700" cy="585891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2100"/>
              <a:buFont typeface="Arial"/>
              <a:buNone/>
              <a:defRPr b="1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b="1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6" name="Google Shape;36;p26" title="Puces"/>
          <p:cNvSpPr txBox="1"/>
          <p:nvPr>
            <p:ph idx="4" type="body"/>
          </p:nvPr>
        </p:nvSpPr>
        <p:spPr>
          <a:xfrm>
            <a:off x="4640035" y="2164557"/>
            <a:ext cx="4106700" cy="242411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2385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048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048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7" name="Google Shape;37;p26" title="Sous-titre"/>
          <p:cNvSpPr txBox="1"/>
          <p:nvPr>
            <p:ph idx="5" type="body"/>
          </p:nvPr>
        </p:nvSpPr>
        <p:spPr>
          <a:xfrm>
            <a:off x="390370" y="1032699"/>
            <a:ext cx="5526447" cy="45667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048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048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8" name="Google Shape;38;p26"/>
          <p:cNvSpPr/>
          <p:nvPr/>
        </p:nvSpPr>
        <p:spPr>
          <a:xfrm flipH="1">
            <a:off x="5009931" y="1"/>
            <a:ext cx="1085850" cy="479298"/>
          </a:xfrm>
          <a:prstGeom prst="parallelogram">
            <a:avLst>
              <a:gd fmla="val 135617" name="adj"/>
            </a:avLst>
          </a:prstGeom>
          <a:solidFill>
            <a:srgbClr val="E2606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6"/>
          <p:cNvSpPr txBox="1"/>
          <p:nvPr>
            <p:ph idx="11" type="ftr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0" name="Google Shape;40;p26"/>
          <p:cNvSpPr txBox="1"/>
          <p:nvPr>
            <p:ph idx="12" type="sldNum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1" name="Google Shape;41;p26" title="Titre "/>
          <p:cNvSpPr txBox="1"/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b="1" sz="33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  <p15:guide id="3" pos="295">
          <p15:clr>
            <a:srgbClr val="FBAE40"/>
          </p15:clr>
        </p15:guide>
        <p15:guide id="4" pos="5567">
          <p15:clr>
            <a:srgbClr val="FBAE40"/>
          </p15:clr>
        </p15:guide>
        <p15:guide id="5" orient="horz" pos="583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-tête de section avec image">
  <p:cSld name="En-tête de section avec image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7"/>
          <p:cNvSpPr/>
          <p:nvPr/>
        </p:nvSpPr>
        <p:spPr>
          <a:xfrm flipH="1" rot="10800000">
            <a:off x="0" y="-4"/>
            <a:ext cx="7968996" cy="4053083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7"/>
          <p:cNvSpPr/>
          <p:nvPr/>
        </p:nvSpPr>
        <p:spPr>
          <a:xfrm rot="-1641210">
            <a:off x="-477993" y="2691132"/>
            <a:ext cx="2895122" cy="1310214"/>
          </a:xfrm>
          <a:prstGeom prst="parallelogram">
            <a:avLst>
              <a:gd fmla="val 53218" name="adj"/>
            </a:avLst>
          </a:prstGeom>
          <a:solidFill>
            <a:srgbClr val="EE957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5" name="Google Shape;45;p27"/>
          <p:cNvCxnSpPr/>
          <p:nvPr/>
        </p:nvCxnSpPr>
        <p:spPr>
          <a:xfrm flipH="1" rot="10800000">
            <a:off x="0" y="757568"/>
            <a:ext cx="1338943" cy="680629"/>
          </a:xfrm>
          <a:prstGeom prst="straightConnector1">
            <a:avLst/>
          </a:prstGeom>
          <a:noFill/>
          <a:ln cap="flat" cmpd="sng" w="9525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6" name="Google Shape;46;p27" title="Titre"/>
          <p:cNvSpPr txBox="1"/>
          <p:nvPr>
            <p:ph type="title"/>
          </p:nvPr>
        </p:nvSpPr>
        <p:spPr>
          <a:xfrm>
            <a:off x="4712882" y="1490565"/>
            <a:ext cx="3683725" cy="134239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Calibri"/>
              <a:buNone/>
              <a:defRPr b="1" sz="30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Google Shape;47;p27" title="Sous-titre"/>
          <p:cNvSpPr txBox="1"/>
          <p:nvPr>
            <p:ph idx="1" type="body"/>
          </p:nvPr>
        </p:nvSpPr>
        <p:spPr>
          <a:xfrm>
            <a:off x="4712882" y="2844035"/>
            <a:ext cx="3683725" cy="68293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cxnSp>
        <p:nvCxnSpPr>
          <p:cNvPr id="48" name="Google Shape;48;p27"/>
          <p:cNvCxnSpPr/>
          <p:nvPr/>
        </p:nvCxnSpPr>
        <p:spPr>
          <a:xfrm flipH="1" rot="10800000">
            <a:off x="6753226" y="2943224"/>
            <a:ext cx="2390775" cy="1266825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9" name="Google Shape;49;p27"/>
          <p:cNvSpPr/>
          <p:nvPr/>
        </p:nvSpPr>
        <p:spPr>
          <a:xfrm>
            <a:off x="5815584" y="0"/>
            <a:ext cx="1693926" cy="557114"/>
          </a:xfrm>
          <a:prstGeom prst="parallelogram">
            <a:avLst>
              <a:gd fmla="val 195850" name="adj"/>
            </a:avLst>
          </a:prstGeom>
          <a:solidFill>
            <a:srgbClr val="E2606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0" name="Google Shape;50;p27"/>
          <p:cNvCxnSpPr/>
          <p:nvPr/>
        </p:nvCxnSpPr>
        <p:spPr>
          <a:xfrm flipH="1" rot="10800000">
            <a:off x="0" y="306422"/>
            <a:ext cx="4946515" cy="2552361"/>
          </a:xfrm>
          <a:prstGeom prst="straightConnector1">
            <a:avLst/>
          </a:prstGeom>
          <a:noFill/>
          <a:ln cap="flat" cmpd="sng" w="9525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1" name="Google Shape;51;p27"/>
          <p:cNvSpPr/>
          <p:nvPr>
            <p:ph idx="2" type="pic"/>
          </p:nvPr>
        </p:nvSpPr>
        <p:spPr>
          <a:xfrm>
            <a:off x="1262549" y="645708"/>
            <a:ext cx="3321392" cy="3852817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52" name="Google Shape;52;p27"/>
          <p:cNvCxnSpPr/>
          <p:nvPr/>
        </p:nvCxnSpPr>
        <p:spPr>
          <a:xfrm flipH="1" rot="10800000">
            <a:off x="-13378" y="3950208"/>
            <a:ext cx="1439842" cy="75079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3" name="Google Shape;53;p27"/>
          <p:cNvSpPr/>
          <p:nvPr/>
        </p:nvSpPr>
        <p:spPr>
          <a:xfrm rot="-1641210">
            <a:off x="-104276" y="2555284"/>
            <a:ext cx="1078799" cy="177435"/>
          </a:xfrm>
          <a:prstGeom prst="parallelogram">
            <a:avLst>
              <a:gd fmla="val 53218" name="adj"/>
            </a:avLst>
          </a:prstGeom>
          <a:solidFill>
            <a:srgbClr val="A5A5A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37">
          <p15:clr>
            <a:srgbClr val="FBAE40"/>
          </p15:clr>
        </p15:guide>
        <p15:guide id="2" pos="2880">
          <p15:clr>
            <a:srgbClr val="FBAE40"/>
          </p15:clr>
        </p15:guide>
        <p15:guide id="3" pos="107">
          <p15:clr>
            <a:srgbClr val="FBAE40"/>
          </p15:clr>
        </p15:guide>
        <p15:guide id="4" orient="horz" pos="3127">
          <p15:clr>
            <a:srgbClr val="FBAE40"/>
          </p15:clr>
        </p15:guide>
        <p15:guide id="5" pos="5653">
          <p15:clr>
            <a:srgbClr val="FBAE40"/>
          </p15:clr>
        </p15:guide>
        <p15:guide id="6" orient="horz" pos="107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que">
  <p:cSld name="Graphiqu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oogle Shape;55;p28"/>
          <p:cNvGrpSpPr/>
          <p:nvPr/>
        </p:nvGrpSpPr>
        <p:grpSpPr>
          <a:xfrm flipH="1">
            <a:off x="5670996" y="0"/>
            <a:ext cx="3572983" cy="2655755"/>
            <a:chOff x="-124265" y="-2"/>
            <a:chExt cx="4763978" cy="3367272"/>
          </a:xfrm>
        </p:grpSpPr>
        <p:sp>
          <p:nvSpPr>
            <p:cNvPr id="56" name="Google Shape;56;p28"/>
            <p:cNvSpPr/>
            <p:nvPr/>
          </p:nvSpPr>
          <p:spPr>
            <a:xfrm>
              <a:off x="0" y="-1"/>
              <a:ext cx="4639713" cy="3367271"/>
            </a:xfrm>
            <a:prstGeom prst="diagStripe">
              <a:avLst>
                <a:gd fmla="val 51202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57" name="Google Shape;57;p28"/>
            <p:cNvCxnSpPr/>
            <p:nvPr/>
          </p:nvCxnSpPr>
          <p:spPr>
            <a:xfrm flipH="1" rot="10800000">
              <a:off x="1433638" y="-2"/>
              <a:ext cx="1240971" cy="916595"/>
            </a:xfrm>
            <a:prstGeom prst="straightConnector1">
              <a:avLst/>
            </a:prstGeom>
            <a:noFill/>
            <a:ln cap="flat" cmpd="sng" w="9525">
              <a:solidFill>
                <a:srgbClr val="BFBFB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58" name="Google Shape;58;p28"/>
            <p:cNvSpPr/>
            <p:nvPr/>
          </p:nvSpPr>
          <p:spPr>
            <a:xfrm rot="-2178838">
              <a:off x="-192127" y="1140864"/>
              <a:ext cx="1354398" cy="214994"/>
            </a:xfrm>
            <a:prstGeom prst="parallelogram">
              <a:avLst>
                <a:gd fmla="val 72003" name="adj"/>
              </a:avLst>
            </a:prstGeom>
            <a:solidFill>
              <a:srgbClr val="EE957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9" name="Google Shape;59;p28"/>
          <p:cNvSpPr/>
          <p:nvPr/>
        </p:nvSpPr>
        <p:spPr>
          <a:xfrm flipH="1">
            <a:off x="5009931" y="1"/>
            <a:ext cx="1085850" cy="479298"/>
          </a:xfrm>
          <a:prstGeom prst="parallelogram">
            <a:avLst>
              <a:gd fmla="val 135617" name="adj"/>
            </a:avLst>
          </a:prstGeom>
          <a:solidFill>
            <a:srgbClr val="E2606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8" title="Sous-titre"/>
          <p:cNvSpPr txBox="1"/>
          <p:nvPr>
            <p:ph idx="1" type="body"/>
          </p:nvPr>
        </p:nvSpPr>
        <p:spPr>
          <a:xfrm>
            <a:off x="390370" y="1032699"/>
            <a:ext cx="5526447" cy="45667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048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048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1" name="Google Shape;61;p28"/>
          <p:cNvSpPr txBox="1"/>
          <p:nvPr>
            <p:ph idx="11" type="ftr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" name="Google Shape;62;p28"/>
          <p:cNvSpPr txBox="1"/>
          <p:nvPr>
            <p:ph idx="12" type="sldNum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3" name="Google Shape;63;p28" title="Titre "/>
          <p:cNvSpPr txBox="1"/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b="1" sz="33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28"/>
          <p:cNvSpPr txBox="1"/>
          <p:nvPr>
            <p:ph idx="2" type="body"/>
          </p:nvPr>
        </p:nvSpPr>
        <p:spPr>
          <a:xfrm>
            <a:off x="398860" y="1504321"/>
            <a:ext cx="3919323" cy="306291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5" name="Google Shape;65;p28" title="Graphique"/>
          <p:cNvSpPr/>
          <p:nvPr>
            <p:ph idx="3" type="chart"/>
          </p:nvPr>
        </p:nvSpPr>
        <p:spPr>
          <a:xfrm>
            <a:off x="4347086" y="1504322"/>
            <a:ext cx="4289548" cy="306335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07">
          <p15:clr>
            <a:srgbClr val="FBAE40"/>
          </p15:clr>
        </p15:guide>
        <p15:guide id="2" pos="2880">
          <p15:clr>
            <a:srgbClr val="FBAE40"/>
          </p15:clr>
        </p15:guide>
        <p15:guide id="3" pos="583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position du texte 02">
  <p:cSld name="Disposition du texte 02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9"/>
          <p:cNvSpPr/>
          <p:nvPr/>
        </p:nvSpPr>
        <p:spPr>
          <a:xfrm rot="10800000">
            <a:off x="1379765" y="-4"/>
            <a:ext cx="7764236" cy="4229105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29"/>
          <p:cNvSpPr/>
          <p:nvPr>
            <p:ph idx="2" type="pic"/>
          </p:nvPr>
        </p:nvSpPr>
        <p:spPr>
          <a:xfrm>
            <a:off x="4627633" y="1076325"/>
            <a:ext cx="4516366" cy="4067175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69" name="Google Shape;69;p29" title="Puces"/>
          <p:cNvSpPr txBox="1"/>
          <p:nvPr>
            <p:ph idx="1" type="body"/>
          </p:nvPr>
        </p:nvSpPr>
        <p:spPr>
          <a:xfrm>
            <a:off x="398533" y="2397686"/>
            <a:ext cx="3707122" cy="221870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2385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048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048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0" name="Google Shape;70;p29"/>
          <p:cNvSpPr/>
          <p:nvPr/>
        </p:nvSpPr>
        <p:spPr>
          <a:xfrm flipH="1">
            <a:off x="2233613" y="-4"/>
            <a:ext cx="3090863" cy="981079"/>
          </a:xfrm>
          <a:prstGeom prst="parallelogram">
            <a:avLst>
              <a:gd fmla="val 186380" name="adj"/>
            </a:avLst>
          </a:prstGeom>
          <a:solidFill>
            <a:srgbClr val="E2606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1" name="Google Shape;71;p29"/>
          <p:cNvCxnSpPr/>
          <p:nvPr/>
        </p:nvCxnSpPr>
        <p:spPr>
          <a:xfrm flipH="1" rot="10800000">
            <a:off x="7764236" y="889089"/>
            <a:ext cx="1379764" cy="1225461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2" name="Google Shape;72;p29" title="Sous-titre"/>
          <p:cNvSpPr txBox="1"/>
          <p:nvPr>
            <p:ph idx="3" type="body"/>
          </p:nvPr>
        </p:nvSpPr>
        <p:spPr>
          <a:xfrm>
            <a:off x="398534" y="1922608"/>
            <a:ext cx="5506966" cy="45667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048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048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3" name="Google Shape;73;p29"/>
          <p:cNvSpPr txBox="1"/>
          <p:nvPr/>
        </p:nvSpPr>
        <p:spPr>
          <a:xfrm>
            <a:off x="8305038" y="178308"/>
            <a:ext cx="61098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GB" sz="2600" u="none" cap="none" strike="noStrike">
                <a:solidFill>
                  <a:schemeClr val="accent1"/>
                </a:solidFill>
                <a:latin typeface="Arial Black"/>
                <a:ea typeface="Arial Black"/>
                <a:cs typeface="Arial Black"/>
                <a:sym typeface="Arial Black"/>
              </a:rPr>
              <a:t>FR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29" title="Titre "/>
          <p:cNvSpPr txBox="1"/>
          <p:nvPr>
            <p:ph type="title"/>
          </p:nvPr>
        </p:nvSpPr>
        <p:spPr>
          <a:xfrm>
            <a:off x="398533" y="981363"/>
            <a:ext cx="5506967" cy="91167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b="1" sz="33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5" name="Google Shape;75;p29"/>
          <p:cNvSpPr txBox="1"/>
          <p:nvPr>
            <p:ph idx="11" type="ftr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29"/>
          <p:cNvSpPr txBox="1"/>
          <p:nvPr>
            <p:ph idx="12" type="sldNum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07">
          <p15:clr>
            <a:srgbClr val="FBAE40"/>
          </p15:clr>
        </p15:guide>
        <p15:guide id="2" pos="2880">
          <p15:clr>
            <a:srgbClr val="FBAE40"/>
          </p15:clr>
        </p15:guide>
        <p15:guide id="3" pos="31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au">
  <p:cSld name="Tableau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0" title="Tableau"/>
          <p:cNvSpPr/>
          <p:nvPr>
            <p:ph idx="2" type="tbl"/>
          </p:nvPr>
        </p:nvSpPr>
        <p:spPr>
          <a:xfrm>
            <a:off x="398533" y="1998602"/>
            <a:ext cx="8245031" cy="257488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79" name="Google Shape;79;p30"/>
          <p:cNvGrpSpPr/>
          <p:nvPr/>
        </p:nvGrpSpPr>
        <p:grpSpPr>
          <a:xfrm flipH="1">
            <a:off x="5670996" y="0"/>
            <a:ext cx="3572983" cy="2655755"/>
            <a:chOff x="-124265" y="-2"/>
            <a:chExt cx="4763978" cy="3367272"/>
          </a:xfrm>
        </p:grpSpPr>
        <p:sp>
          <p:nvSpPr>
            <p:cNvPr id="80" name="Google Shape;80;p30"/>
            <p:cNvSpPr/>
            <p:nvPr/>
          </p:nvSpPr>
          <p:spPr>
            <a:xfrm>
              <a:off x="0" y="-1"/>
              <a:ext cx="4639713" cy="3367271"/>
            </a:xfrm>
            <a:prstGeom prst="diagStripe">
              <a:avLst>
                <a:gd fmla="val 51202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81" name="Google Shape;81;p30"/>
            <p:cNvCxnSpPr/>
            <p:nvPr/>
          </p:nvCxnSpPr>
          <p:spPr>
            <a:xfrm flipH="1" rot="10800000">
              <a:off x="1433638" y="-2"/>
              <a:ext cx="1240971" cy="916595"/>
            </a:xfrm>
            <a:prstGeom prst="straightConnector1">
              <a:avLst/>
            </a:prstGeom>
            <a:noFill/>
            <a:ln cap="flat" cmpd="sng" w="9525">
              <a:solidFill>
                <a:srgbClr val="BFBFB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82" name="Google Shape;82;p30"/>
            <p:cNvSpPr/>
            <p:nvPr/>
          </p:nvSpPr>
          <p:spPr>
            <a:xfrm rot="-2178838">
              <a:off x="-192127" y="1140864"/>
              <a:ext cx="1354398" cy="214994"/>
            </a:xfrm>
            <a:prstGeom prst="parallelogram">
              <a:avLst>
                <a:gd fmla="val 72003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3" name="Google Shape;83;p30"/>
          <p:cNvSpPr/>
          <p:nvPr/>
        </p:nvSpPr>
        <p:spPr>
          <a:xfrm flipH="1">
            <a:off x="5009931" y="1"/>
            <a:ext cx="1085850" cy="479298"/>
          </a:xfrm>
          <a:prstGeom prst="parallelogram">
            <a:avLst>
              <a:gd fmla="val 135617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0" title="Sous-titre"/>
          <p:cNvSpPr txBox="1"/>
          <p:nvPr>
            <p:ph idx="1" type="body"/>
          </p:nvPr>
        </p:nvSpPr>
        <p:spPr>
          <a:xfrm>
            <a:off x="390370" y="1032699"/>
            <a:ext cx="5526447" cy="45667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048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048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5" name="Google Shape;85;p30"/>
          <p:cNvSpPr txBox="1"/>
          <p:nvPr>
            <p:ph idx="11" type="ftr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6" name="Google Shape;86;p30"/>
          <p:cNvSpPr txBox="1"/>
          <p:nvPr>
            <p:ph idx="12" type="sldNum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30" title="Titre "/>
          <p:cNvSpPr txBox="1"/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b="1" sz="33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07">
          <p15:clr>
            <a:srgbClr val="FBAE40"/>
          </p15:clr>
        </p15:guide>
        <p15:guide id="2" pos="2880">
          <p15:clr>
            <a:srgbClr val="FBAE40"/>
          </p15:clr>
        </p15:guide>
        <p15:guide id="3" pos="583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nde photo">
  <p:cSld name="Grande photo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1"/>
          <p:cNvSpPr/>
          <p:nvPr/>
        </p:nvSpPr>
        <p:spPr>
          <a:xfrm flipH="1" rot="10800000">
            <a:off x="0" y="-4"/>
            <a:ext cx="8810625" cy="4724402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31" title="Image"/>
          <p:cNvSpPr/>
          <p:nvPr>
            <p:ph idx="2" type="pic"/>
          </p:nvPr>
        </p:nvSpPr>
        <p:spPr>
          <a:xfrm>
            <a:off x="269422" y="244928"/>
            <a:ext cx="8605156" cy="4653644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cxnSp>
        <p:nvCxnSpPr>
          <p:cNvPr id="91" name="Google Shape;91;p31"/>
          <p:cNvCxnSpPr/>
          <p:nvPr/>
        </p:nvCxnSpPr>
        <p:spPr>
          <a:xfrm flipH="1" rot="10800000">
            <a:off x="0" y="4008665"/>
            <a:ext cx="1771650" cy="930729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2" name="Google Shape;92;p31" title="Titre "/>
          <p:cNvSpPr txBox="1"/>
          <p:nvPr>
            <p:ph type="title"/>
          </p:nvPr>
        </p:nvSpPr>
        <p:spPr>
          <a:xfrm>
            <a:off x="269422" y="419101"/>
            <a:ext cx="6249917" cy="704849"/>
          </a:xfrm>
          <a:prstGeom prst="rect">
            <a:avLst/>
          </a:prstGeom>
          <a:solidFill>
            <a:schemeClr val="lt1">
              <a:alpha val="89411"/>
            </a:schemeClr>
          </a:solidFill>
          <a:ln>
            <a:noFill/>
          </a:ln>
        </p:spPr>
        <p:txBody>
          <a:bodyPr anchorCtr="0" anchor="ctr" bIns="0" lIns="216000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  <a:defRPr b="1" sz="27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rci">
  <p:cSld name="Merci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2"/>
          <p:cNvSpPr txBox="1"/>
          <p:nvPr>
            <p:ph idx="1" type="body"/>
          </p:nvPr>
        </p:nvSpPr>
        <p:spPr>
          <a:xfrm>
            <a:off x="5117197" y="2595872"/>
            <a:ext cx="2584336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2385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048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048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5" name="Google Shape;95;p32"/>
          <p:cNvSpPr txBox="1"/>
          <p:nvPr>
            <p:ph idx="2" type="body"/>
          </p:nvPr>
        </p:nvSpPr>
        <p:spPr>
          <a:xfrm>
            <a:off x="5117197" y="2879588"/>
            <a:ext cx="2584336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2385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048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048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6" name="Google Shape;96;p32"/>
          <p:cNvSpPr txBox="1"/>
          <p:nvPr>
            <p:ph idx="3" type="body"/>
          </p:nvPr>
        </p:nvSpPr>
        <p:spPr>
          <a:xfrm>
            <a:off x="5117196" y="3162502"/>
            <a:ext cx="2584337" cy="21680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2385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048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048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7" name="Google Shape;97;p32"/>
          <p:cNvSpPr txBox="1"/>
          <p:nvPr>
            <p:ph idx="4" type="body"/>
          </p:nvPr>
        </p:nvSpPr>
        <p:spPr>
          <a:xfrm>
            <a:off x="5117197" y="3446218"/>
            <a:ext cx="2584336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2385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048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048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8" name="Google Shape;98;p32"/>
          <p:cNvSpPr/>
          <p:nvPr/>
        </p:nvSpPr>
        <p:spPr>
          <a:xfrm>
            <a:off x="4844204" y="2628935"/>
            <a:ext cx="194156" cy="194156"/>
          </a:xfrm>
          <a:custGeom>
            <a:rect b="b" l="l" r="r" t="t"/>
            <a:pathLst>
              <a:path extrusionOk="0" h="21600" w="21600">
                <a:moveTo>
                  <a:pt x="17958" y="17505"/>
                </a:moveTo>
                <a:cubicBezTo>
                  <a:pt x="17372" y="16944"/>
                  <a:pt x="16242" y="15945"/>
                  <a:pt x="15117" y="15413"/>
                </a:cubicBezTo>
                <a:cubicBezTo>
                  <a:pt x="14189" y="14975"/>
                  <a:pt x="13657" y="14531"/>
                  <a:pt x="13491" y="14057"/>
                </a:cubicBezTo>
                <a:cubicBezTo>
                  <a:pt x="13377" y="13728"/>
                  <a:pt x="13428" y="13351"/>
                  <a:pt x="13649" y="12904"/>
                </a:cubicBezTo>
                <a:cubicBezTo>
                  <a:pt x="13815" y="12567"/>
                  <a:pt x="13972" y="12286"/>
                  <a:pt x="14117" y="12028"/>
                </a:cubicBezTo>
                <a:cubicBezTo>
                  <a:pt x="14730" y="10934"/>
                  <a:pt x="15203" y="10145"/>
                  <a:pt x="15203" y="7348"/>
                </a:cubicBezTo>
                <a:cubicBezTo>
                  <a:pt x="15203" y="3162"/>
                  <a:pt x="12787" y="2951"/>
                  <a:pt x="12309" y="2951"/>
                </a:cubicBezTo>
                <a:cubicBezTo>
                  <a:pt x="11917" y="2951"/>
                  <a:pt x="11672" y="3037"/>
                  <a:pt x="11435" y="3121"/>
                </a:cubicBezTo>
                <a:cubicBezTo>
                  <a:pt x="11175" y="3213"/>
                  <a:pt x="10907" y="3309"/>
                  <a:pt x="10296" y="3319"/>
                </a:cubicBezTo>
                <a:cubicBezTo>
                  <a:pt x="9190" y="3337"/>
                  <a:pt x="6873" y="3375"/>
                  <a:pt x="6873" y="7226"/>
                </a:cubicBezTo>
                <a:cubicBezTo>
                  <a:pt x="6873" y="9919"/>
                  <a:pt x="7574" y="11156"/>
                  <a:pt x="8125" y="12150"/>
                </a:cubicBezTo>
                <a:cubicBezTo>
                  <a:pt x="8266" y="12404"/>
                  <a:pt x="8399" y="12645"/>
                  <a:pt x="8505" y="12885"/>
                </a:cubicBezTo>
                <a:cubicBezTo>
                  <a:pt x="8973" y="13949"/>
                  <a:pt x="8631" y="14693"/>
                  <a:pt x="7426" y="15224"/>
                </a:cubicBezTo>
                <a:cubicBezTo>
                  <a:pt x="5905" y="15897"/>
                  <a:pt x="5188" y="16247"/>
                  <a:pt x="3693" y="17562"/>
                </a:cubicBezTo>
                <a:cubicBezTo>
                  <a:pt x="2017" y="15800"/>
                  <a:pt x="982" y="134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3395"/>
                  <a:pt x="19603" y="15749"/>
                  <a:pt x="17958" y="17505"/>
                </a:cubicBezTo>
                <a:moveTo>
                  <a:pt x="10800" y="20618"/>
                </a:moveTo>
                <a:cubicBezTo>
                  <a:pt x="8356" y="20618"/>
                  <a:pt x="6125" y="19720"/>
                  <a:pt x="4407" y="18242"/>
                </a:cubicBezTo>
                <a:cubicBezTo>
                  <a:pt x="5730" y="17084"/>
                  <a:pt x="6362" y="16767"/>
                  <a:pt x="7823" y="16122"/>
                </a:cubicBezTo>
                <a:cubicBezTo>
                  <a:pt x="9515" y="15375"/>
                  <a:pt x="10091" y="14051"/>
                  <a:pt x="9403" y="12489"/>
                </a:cubicBezTo>
                <a:cubicBezTo>
                  <a:pt x="9279" y="12208"/>
                  <a:pt x="9136" y="11949"/>
                  <a:pt x="8984" y="11674"/>
                </a:cubicBezTo>
                <a:cubicBezTo>
                  <a:pt x="8461" y="10732"/>
                  <a:pt x="7855" y="9665"/>
                  <a:pt x="7855" y="7226"/>
                </a:cubicBezTo>
                <a:cubicBezTo>
                  <a:pt x="7855" y="4341"/>
                  <a:pt x="9224" y="4318"/>
                  <a:pt x="10312" y="4300"/>
                </a:cubicBezTo>
                <a:cubicBezTo>
                  <a:pt x="11084" y="4287"/>
                  <a:pt x="11461" y="4154"/>
                  <a:pt x="11763" y="4047"/>
                </a:cubicBezTo>
                <a:cubicBezTo>
                  <a:pt x="11964" y="3975"/>
                  <a:pt x="12086" y="3933"/>
                  <a:pt x="12309" y="3933"/>
                </a:cubicBezTo>
                <a:cubicBezTo>
                  <a:pt x="13218" y="3933"/>
                  <a:pt x="14221" y="4830"/>
                  <a:pt x="14221" y="7348"/>
                </a:cubicBezTo>
                <a:cubicBezTo>
                  <a:pt x="14221" y="9888"/>
                  <a:pt x="13840" y="10513"/>
                  <a:pt x="13261" y="11548"/>
                </a:cubicBezTo>
                <a:cubicBezTo>
                  <a:pt x="13108" y="11820"/>
                  <a:pt x="12943" y="12115"/>
                  <a:pt x="12768" y="12470"/>
                </a:cubicBezTo>
                <a:cubicBezTo>
                  <a:pt x="12430" y="13155"/>
                  <a:pt x="12362" y="13798"/>
                  <a:pt x="12565" y="14380"/>
                </a:cubicBezTo>
                <a:cubicBezTo>
                  <a:pt x="12825" y="15126"/>
                  <a:pt x="13502" y="15737"/>
                  <a:pt x="14696" y="16302"/>
                </a:cubicBezTo>
                <a:cubicBezTo>
                  <a:pt x="15675" y="16764"/>
                  <a:pt x="16700" y="17667"/>
                  <a:pt x="17251" y="18189"/>
                </a:cubicBezTo>
                <a:cubicBezTo>
                  <a:pt x="15525" y="19697"/>
                  <a:pt x="13272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5" y="21600"/>
                  <a:pt x="21600" y="16764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28575" lIns="28575" spcFirstLastPara="1" rIns="28575" wrap="square" tIns="2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32"/>
          <p:cNvSpPr/>
          <p:nvPr/>
        </p:nvSpPr>
        <p:spPr>
          <a:xfrm>
            <a:off x="4880717" y="2923490"/>
            <a:ext cx="121130" cy="222071"/>
          </a:xfrm>
          <a:custGeom>
            <a:rect b="b" l="l" r="r" t="t"/>
            <a:pathLst>
              <a:path extrusionOk="0" h="21600" w="21600">
                <a:moveTo>
                  <a:pt x="11700" y="1473"/>
                </a:moveTo>
                <a:lnTo>
                  <a:pt x="9900" y="1473"/>
                </a:lnTo>
                <a:cubicBezTo>
                  <a:pt x="9403" y="1473"/>
                  <a:pt x="9000" y="1692"/>
                  <a:pt x="9000" y="1964"/>
                </a:cubicBezTo>
                <a:cubicBezTo>
                  <a:pt x="9000" y="2235"/>
                  <a:pt x="9403" y="2455"/>
                  <a:pt x="9900" y="2455"/>
                </a:cubicBezTo>
                <a:lnTo>
                  <a:pt x="11700" y="2455"/>
                </a:lnTo>
                <a:cubicBezTo>
                  <a:pt x="12197" y="2455"/>
                  <a:pt x="12600" y="2235"/>
                  <a:pt x="12600" y="1964"/>
                </a:cubicBezTo>
                <a:cubicBezTo>
                  <a:pt x="12600" y="1692"/>
                  <a:pt x="12197" y="1473"/>
                  <a:pt x="11700" y="1473"/>
                </a:cubicBezTo>
                <a:moveTo>
                  <a:pt x="19800" y="2945"/>
                </a:moveTo>
                <a:lnTo>
                  <a:pt x="1800" y="2945"/>
                </a:lnTo>
                <a:lnTo>
                  <a:pt x="1800" y="1964"/>
                </a:lnTo>
                <a:cubicBezTo>
                  <a:pt x="1800" y="1422"/>
                  <a:pt x="2605" y="982"/>
                  <a:pt x="3600" y="982"/>
                </a:cubicBezTo>
                <a:lnTo>
                  <a:pt x="18000" y="982"/>
                </a:lnTo>
                <a:cubicBezTo>
                  <a:pt x="18993" y="982"/>
                  <a:pt x="19800" y="1422"/>
                  <a:pt x="19800" y="1964"/>
                </a:cubicBezTo>
                <a:cubicBezTo>
                  <a:pt x="19800" y="1964"/>
                  <a:pt x="19800" y="2945"/>
                  <a:pt x="19800" y="2945"/>
                </a:cubicBezTo>
                <a:close/>
                <a:moveTo>
                  <a:pt x="19800" y="17673"/>
                </a:moveTo>
                <a:lnTo>
                  <a:pt x="1800" y="17673"/>
                </a:lnTo>
                <a:lnTo>
                  <a:pt x="1800" y="3927"/>
                </a:lnTo>
                <a:lnTo>
                  <a:pt x="19800" y="3927"/>
                </a:lnTo>
                <a:cubicBezTo>
                  <a:pt x="19800" y="3927"/>
                  <a:pt x="19800" y="17673"/>
                  <a:pt x="19800" y="17673"/>
                </a:cubicBezTo>
                <a:close/>
                <a:moveTo>
                  <a:pt x="19800" y="19636"/>
                </a:moveTo>
                <a:cubicBezTo>
                  <a:pt x="19800" y="20179"/>
                  <a:pt x="18993" y="20618"/>
                  <a:pt x="18000" y="20618"/>
                </a:cubicBezTo>
                <a:lnTo>
                  <a:pt x="3600" y="20618"/>
                </a:lnTo>
                <a:cubicBezTo>
                  <a:pt x="2605" y="20618"/>
                  <a:pt x="1800" y="20179"/>
                  <a:pt x="1800" y="19636"/>
                </a:cubicBezTo>
                <a:lnTo>
                  <a:pt x="1800" y="18655"/>
                </a:lnTo>
                <a:lnTo>
                  <a:pt x="19800" y="18655"/>
                </a:lnTo>
                <a:cubicBezTo>
                  <a:pt x="19800" y="18655"/>
                  <a:pt x="19800" y="19636"/>
                  <a:pt x="19800" y="19636"/>
                </a:cubicBezTo>
                <a:close/>
                <a:moveTo>
                  <a:pt x="18000" y="0"/>
                </a:moveTo>
                <a:lnTo>
                  <a:pt x="3600" y="0"/>
                </a:lnTo>
                <a:cubicBezTo>
                  <a:pt x="1612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1612" y="21600"/>
                  <a:pt x="3600" y="21600"/>
                </a:cubicBezTo>
                <a:lnTo>
                  <a:pt x="18000" y="21600"/>
                </a:lnTo>
                <a:cubicBezTo>
                  <a:pt x="19988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19988" y="0"/>
                  <a:pt x="18000" y="0"/>
                </a:cubicBezTo>
                <a:moveTo>
                  <a:pt x="10800" y="20127"/>
                </a:moveTo>
                <a:cubicBezTo>
                  <a:pt x="11297" y="20127"/>
                  <a:pt x="11700" y="19908"/>
                  <a:pt x="11700" y="19636"/>
                </a:cubicBezTo>
                <a:cubicBezTo>
                  <a:pt x="11700" y="19366"/>
                  <a:pt x="11297" y="19145"/>
                  <a:pt x="10800" y="19145"/>
                </a:cubicBezTo>
                <a:cubicBezTo>
                  <a:pt x="10303" y="19145"/>
                  <a:pt x="9900" y="19366"/>
                  <a:pt x="9900" y="19636"/>
                </a:cubicBezTo>
                <a:cubicBezTo>
                  <a:pt x="9900" y="19908"/>
                  <a:pt x="10303" y="20127"/>
                  <a:pt x="10800" y="20127"/>
                </a:cubicBezTo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28575" lIns="28575" spcFirstLastPara="1" rIns="28575" wrap="square" tIns="2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32"/>
          <p:cNvSpPr/>
          <p:nvPr/>
        </p:nvSpPr>
        <p:spPr>
          <a:xfrm>
            <a:off x="4844204" y="3245959"/>
            <a:ext cx="194156" cy="141205"/>
          </a:xfrm>
          <a:custGeom>
            <a:rect b="b" l="l" r="r" t="t"/>
            <a:pathLst>
              <a:path extrusionOk="0" h="21600" w="21600">
                <a:moveTo>
                  <a:pt x="20618" y="18900"/>
                </a:moveTo>
                <a:cubicBezTo>
                  <a:pt x="20618" y="18980"/>
                  <a:pt x="20611" y="19058"/>
                  <a:pt x="20601" y="19135"/>
                </a:cubicBezTo>
                <a:lnTo>
                  <a:pt x="14539" y="10800"/>
                </a:lnTo>
                <a:lnTo>
                  <a:pt x="20601" y="2465"/>
                </a:lnTo>
                <a:cubicBezTo>
                  <a:pt x="20611" y="2542"/>
                  <a:pt x="20618" y="2620"/>
                  <a:pt x="20618" y="2700"/>
                </a:cubicBezTo>
                <a:cubicBezTo>
                  <a:pt x="20618" y="2700"/>
                  <a:pt x="20618" y="18900"/>
                  <a:pt x="20618" y="18900"/>
                </a:cubicBezTo>
                <a:close/>
                <a:moveTo>
                  <a:pt x="19636" y="20250"/>
                </a:moveTo>
                <a:lnTo>
                  <a:pt x="1964" y="20250"/>
                </a:lnTo>
                <a:cubicBezTo>
                  <a:pt x="1849" y="20250"/>
                  <a:pt x="1739" y="20218"/>
                  <a:pt x="1637" y="20168"/>
                </a:cubicBezTo>
                <a:lnTo>
                  <a:pt x="7755" y="11754"/>
                </a:lnTo>
                <a:lnTo>
                  <a:pt x="9440" y="14072"/>
                </a:lnTo>
                <a:cubicBezTo>
                  <a:pt x="9816" y="14589"/>
                  <a:pt x="10308" y="14847"/>
                  <a:pt x="10800" y="14847"/>
                </a:cubicBezTo>
                <a:cubicBezTo>
                  <a:pt x="11292" y="14847"/>
                  <a:pt x="11784" y="14589"/>
                  <a:pt x="12159" y="14072"/>
                </a:cubicBezTo>
                <a:lnTo>
                  <a:pt x="13845" y="11754"/>
                </a:lnTo>
                <a:lnTo>
                  <a:pt x="19964" y="20168"/>
                </a:lnTo>
                <a:cubicBezTo>
                  <a:pt x="19861" y="20218"/>
                  <a:pt x="19752" y="20250"/>
                  <a:pt x="19636" y="20250"/>
                </a:cubicBezTo>
                <a:moveTo>
                  <a:pt x="982" y="18900"/>
                </a:moveTo>
                <a:lnTo>
                  <a:pt x="982" y="2700"/>
                </a:lnTo>
                <a:cubicBezTo>
                  <a:pt x="982" y="2620"/>
                  <a:pt x="989" y="2542"/>
                  <a:pt x="999" y="2465"/>
                </a:cubicBezTo>
                <a:lnTo>
                  <a:pt x="7061" y="10800"/>
                </a:lnTo>
                <a:lnTo>
                  <a:pt x="999" y="19135"/>
                </a:lnTo>
                <a:cubicBezTo>
                  <a:pt x="989" y="19058"/>
                  <a:pt x="982" y="18980"/>
                  <a:pt x="982" y="18900"/>
                </a:cubicBezTo>
                <a:moveTo>
                  <a:pt x="1964" y="1350"/>
                </a:moveTo>
                <a:lnTo>
                  <a:pt x="19636" y="1350"/>
                </a:lnTo>
                <a:cubicBezTo>
                  <a:pt x="19752" y="1350"/>
                  <a:pt x="19861" y="1382"/>
                  <a:pt x="19964" y="1433"/>
                </a:cubicBezTo>
                <a:lnTo>
                  <a:pt x="11465" y="13118"/>
                </a:lnTo>
                <a:cubicBezTo>
                  <a:pt x="11288" y="13362"/>
                  <a:pt x="11051" y="13497"/>
                  <a:pt x="10800" y="13497"/>
                </a:cubicBezTo>
                <a:cubicBezTo>
                  <a:pt x="10549" y="13497"/>
                  <a:pt x="10312" y="13362"/>
                  <a:pt x="10134" y="13118"/>
                </a:cubicBezTo>
                <a:lnTo>
                  <a:pt x="1637" y="1433"/>
                </a:lnTo>
                <a:cubicBezTo>
                  <a:pt x="1739" y="1382"/>
                  <a:pt x="1849" y="1350"/>
                  <a:pt x="1964" y="1350"/>
                </a:cubicBezTo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1209"/>
                  <a:pt x="0" y="2700"/>
                </a:cubicBezTo>
                <a:lnTo>
                  <a:pt x="0" y="18900"/>
                </a:lnTo>
                <a:cubicBezTo>
                  <a:pt x="0" y="2039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391"/>
                  <a:pt x="21600" y="18900"/>
                </a:cubicBezTo>
                <a:lnTo>
                  <a:pt x="21600" y="2700"/>
                </a:lnTo>
                <a:cubicBezTo>
                  <a:pt x="21600" y="1209"/>
                  <a:pt x="20721" y="0"/>
                  <a:pt x="19636" y="0"/>
                </a:cubicBezTo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28575" lIns="28575" spcFirstLastPara="1" rIns="28575" wrap="square" tIns="2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32"/>
          <p:cNvSpPr/>
          <p:nvPr/>
        </p:nvSpPr>
        <p:spPr>
          <a:xfrm>
            <a:off x="4853787" y="3487561"/>
            <a:ext cx="174989" cy="174989"/>
          </a:xfrm>
          <a:custGeom>
            <a:rect b="b" l="l" r="r" t="t"/>
            <a:pathLst>
              <a:path extrusionOk="0" h="21600" w="21600">
                <a:moveTo>
                  <a:pt x="17850" y="17620"/>
                </a:moveTo>
                <a:cubicBezTo>
                  <a:pt x="17270" y="17122"/>
                  <a:pt x="16604" y="16682"/>
                  <a:pt x="15855" y="16324"/>
                </a:cubicBezTo>
                <a:cubicBezTo>
                  <a:pt x="15868" y="16284"/>
                  <a:pt x="15882" y="16244"/>
                  <a:pt x="15896" y="16203"/>
                </a:cubicBezTo>
                <a:cubicBezTo>
                  <a:pt x="16131" y="15456"/>
                  <a:pt x="16320" y="14656"/>
                  <a:pt x="16454" y="13811"/>
                </a:cubicBezTo>
                <a:cubicBezTo>
                  <a:pt x="16471" y="13704"/>
                  <a:pt x="16484" y="13596"/>
                  <a:pt x="16499" y="13488"/>
                </a:cubicBezTo>
                <a:cubicBezTo>
                  <a:pt x="16544" y="13166"/>
                  <a:pt x="16581" y="12839"/>
                  <a:pt x="16610" y="12507"/>
                </a:cubicBezTo>
                <a:cubicBezTo>
                  <a:pt x="16621" y="12383"/>
                  <a:pt x="16632" y="12260"/>
                  <a:pt x="16641" y="12135"/>
                </a:cubicBezTo>
                <a:cubicBezTo>
                  <a:pt x="16660" y="11858"/>
                  <a:pt x="16664" y="11574"/>
                  <a:pt x="16673" y="11291"/>
                </a:cubicBezTo>
                <a:lnTo>
                  <a:pt x="20598" y="11291"/>
                </a:lnTo>
                <a:cubicBezTo>
                  <a:pt x="20476" y="13747"/>
                  <a:pt x="19450" y="15962"/>
                  <a:pt x="17850" y="17620"/>
                </a:cubicBezTo>
                <a:moveTo>
                  <a:pt x="13714" y="20178"/>
                </a:moveTo>
                <a:cubicBezTo>
                  <a:pt x="13925" y="19957"/>
                  <a:pt x="14127" y="19710"/>
                  <a:pt x="14321" y="19444"/>
                </a:cubicBezTo>
                <a:cubicBezTo>
                  <a:pt x="14339" y="19419"/>
                  <a:pt x="14357" y="19394"/>
                  <a:pt x="14375" y="19369"/>
                </a:cubicBezTo>
                <a:cubicBezTo>
                  <a:pt x="14764" y="18822"/>
                  <a:pt x="15116" y="18192"/>
                  <a:pt x="15420" y="17488"/>
                </a:cubicBezTo>
                <a:cubicBezTo>
                  <a:pt x="15436" y="17450"/>
                  <a:pt x="15451" y="17410"/>
                  <a:pt x="15467" y="17372"/>
                </a:cubicBezTo>
                <a:cubicBezTo>
                  <a:pt x="15485" y="17329"/>
                  <a:pt x="15499" y="17282"/>
                  <a:pt x="15517" y="17239"/>
                </a:cubicBezTo>
                <a:cubicBezTo>
                  <a:pt x="16123" y="17535"/>
                  <a:pt x="16665" y="17890"/>
                  <a:pt x="17142" y="18285"/>
                </a:cubicBezTo>
                <a:cubicBezTo>
                  <a:pt x="16149" y="19129"/>
                  <a:pt x="14989" y="19782"/>
                  <a:pt x="13714" y="20178"/>
                </a:cubicBezTo>
                <a:moveTo>
                  <a:pt x="11291" y="20569"/>
                </a:moveTo>
                <a:lnTo>
                  <a:pt x="11291" y="16221"/>
                </a:lnTo>
                <a:cubicBezTo>
                  <a:pt x="12498" y="16271"/>
                  <a:pt x="13638" y="16493"/>
                  <a:pt x="14652" y="16869"/>
                </a:cubicBezTo>
                <a:cubicBezTo>
                  <a:pt x="13850" y="18909"/>
                  <a:pt x="12654" y="20298"/>
                  <a:pt x="11291" y="20569"/>
                </a:cubicBezTo>
                <a:moveTo>
                  <a:pt x="11291" y="11291"/>
                </a:moveTo>
                <a:lnTo>
                  <a:pt x="15697" y="11291"/>
                </a:lnTo>
                <a:cubicBezTo>
                  <a:pt x="15655" y="12995"/>
                  <a:pt x="15392" y="14581"/>
                  <a:pt x="14971" y="15948"/>
                </a:cubicBezTo>
                <a:cubicBezTo>
                  <a:pt x="13855" y="15534"/>
                  <a:pt x="12608" y="15291"/>
                  <a:pt x="11291" y="15240"/>
                </a:cubicBezTo>
                <a:cubicBezTo>
                  <a:pt x="11291" y="15240"/>
                  <a:pt x="11291" y="11291"/>
                  <a:pt x="11291" y="11291"/>
                </a:cubicBezTo>
                <a:close/>
                <a:moveTo>
                  <a:pt x="11291" y="6360"/>
                </a:moveTo>
                <a:cubicBezTo>
                  <a:pt x="12608" y="6309"/>
                  <a:pt x="13855" y="6066"/>
                  <a:pt x="14971" y="5652"/>
                </a:cubicBezTo>
                <a:cubicBezTo>
                  <a:pt x="15392" y="7019"/>
                  <a:pt x="15655" y="8605"/>
                  <a:pt x="15697" y="10309"/>
                </a:cubicBezTo>
                <a:lnTo>
                  <a:pt x="11291" y="10309"/>
                </a:lnTo>
                <a:cubicBezTo>
                  <a:pt x="11291" y="10309"/>
                  <a:pt x="11291" y="6360"/>
                  <a:pt x="11291" y="6360"/>
                </a:cubicBezTo>
                <a:close/>
                <a:moveTo>
                  <a:pt x="11291" y="1031"/>
                </a:moveTo>
                <a:cubicBezTo>
                  <a:pt x="12654" y="1302"/>
                  <a:pt x="13850" y="2691"/>
                  <a:pt x="14652" y="4731"/>
                </a:cubicBezTo>
                <a:cubicBezTo>
                  <a:pt x="13638" y="5107"/>
                  <a:pt x="12498" y="5329"/>
                  <a:pt x="11291" y="5379"/>
                </a:cubicBezTo>
                <a:cubicBezTo>
                  <a:pt x="11291" y="5379"/>
                  <a:pt x="11291" y="1031"/>
                  <a:pt x="11291" y="1031"/>
                </a:cubicBezTo>
                <a:close/>
                <a:moveTo>
                  <a:pt x="17142" y="3315"/>
                </a:moveTo>
                <a:cubicBezTo>
                  <a:pt x="16665" y="3711"/>
                  <a:pt x="16123" y="4065"/>
                  <a:pt x="15517" y="4361"/>
                </a:cubicBezTo>
                <a:cubicBezTo>
                  <a:pt x="15499" y="4318"/>
                  <a:pt x="15485" y="4271"/>
                  <a:pt x="15467" y="4229"/>
                </a:cubicBezTo>
                <a:cubicBezTo>
                  <a:pt x="15451" y="4190"/>
                  <a:pt x="15436" y="4151"/>
                  <a:pt x="15420" y="4112"/>
                </a:cubicBezTo>
                <a:cubicBezTo>
                  <a:pt x="15116" y="3408"/>
                  <a:pt x="14764" y="2778"/>
                  <a:pt x="14375" y="2231"/>
                </a:cubicBezTo>
                <a:cubicBezTo>
                  <a:pt x="14357" y="2206"/>
                  <a:pt x="14339" y="2181"/>
                  <a:pt x="14321" y="2156"/>
                </a:cubicBezTo>
                <a:cubicBezTo>
                  <a:pt x="14127" y="1890"/>
                  <a:pt x="13925" y="1643"/>
                  <a:pt x="13714" y="1422"/>
                </a:cubicBezTo>
                <a:cubicBezTo>
                  <a:pt x="14989" y="1818"/>
                  <a:pt x="16149" y="2471"/>
                  <a:pt x="17142" y="3315"/>
                </a:cubicBezTo>
                <a:moveTo>
                  <a:pt x="20598" y="10309"/>
                </a:moveTo>
                <a:lnTo>
                  <a:pt x="16673" y="10309"/>
                </a:lnTo>
                <a:cubicBezTo>
                  <a:pt x="16664" y="10027"/>
                  <a:pt x="16660" y="9742"/>
                  <a:pt x="16641" y="9465"/>
                </a:cubicBezTo>
                <a:cubicBezTo>
                  <a:pt x="16632" y="9340"/>
                  <a:pt x="16621" y="9217"/>
                  <a:pt x="16610" y="9093"/>
                </a:cubicBezTo>
                <a:cubicBezTo>
                  <a:pt x="16581" y="8761"/>
                  <a:pt x="16544" y="8434"/>
                  <a:pt x="16499" y="8112"/>
                </a:cubicBezTo>
                <a:cubicBezTo>
                  <a:pt x="16484" y="8005"/>
                  <a:pt x="16471" y="7896"/>
                  <a:pt x="16454" y="7789"/>
                </a:cubicBezTo>
                <a:cubicBezTo>
                  <a:pt x="16320" y="6944"/>
                  <a:pt x="16131" y="6144"/>
                  <a:pt x="15896" y="5397"/>
                </a:cubicBezTo>
                <a:cubicBezTo>
                  <a:pt x="15882" y="5357"/>
                  <a:pt x="15868" y="5317"/>
                  <a:pt x="15855" y="5276"/>
                </a:cubicBezTo>
                <a:cubicBezTo>
                  <a:pt x="16604" y="4918"/>
                  <a:pt x="17270" y="4478"/>
                  <a:pt x="17850" y="3981"/>
                </a:cubicBezTo>
                <a:cubicBezTo>
                  <a:pt x="19450" y="5638"/>
                  <a:pt x="20476" y="7853"/>
                  <a:pt x="20598" y="10309"/>
                </a:cubicBezTo>
                <a:moveTo>
                  <a:pt x="10309" y="5379"/>
                </a:moveTo>
                <a:cubicBezTo>
                  <a:pt x="9101" y="5329"/>
                  <a:pt x="7961" y="5107"/>
                  <a:pt x="6947" y="4731"/>
                </a:cubicBezTo>
                <a:cubicBezTo>
                  <a:pt x="7749" y="2691"/>
                  <a:pt x="8945" y="1302"/>
                  <a:pt x="10309" y="1031"/>
                </a:cubicBezTo>
                <a:cubicBezTo>
                  <a:pt x="10309" y="1031"/>
                  <a:pt x="10309" y="5379"/>
                  <a:pt x="10309" y="5379"/>
                </a:cubicBezTo>
                <a:close/>
                <a:moveTo>
                  <a:pt x="10309" y="10309"/>
                </a:moveTo>
                <a:lnTo>
                  <a:pt x="5903" y="10309"/>
                </a:lnTo>
                <a:cubicBezTo>
                  <a:pt x="5945" y="8605"/>
                  <a:pt x="6207" y="7019"/>
                  <a:pt x="6629" y="5652"/>
                </a:cubicBezTo>
                <a:cubicBezTo>
                  <a:pt x="7745" y="6066"/>
                  <a:pt x="8991" y="6309"/>
                  <a:pt x="10309" y="6360"/>
                </a:cubicBezTo>
                <a:cubicBezTo>
                  <a:pt x="10309" y="6360"/>
                  <a:pt x="10309" y="10309"/>
                  <a:pt x="10309" y="10309"/>
                </a:cubicBezTo>
                <a:close/>
                <a:moveTo>
                  <a:pt x="10309" y="15240"/>
                </a:moveTo>
                <a:cubicBezTo>
                  <a:pt x="8991" y="15291"/>
                  <a:pt x="7745" y="15534"/>
                  <a:pt x="6629" y="15948"/>
                </a:cubicBezTo>
                <a:cubicBezTo>
                  <a:pt x="6207" y="14581"/>
                  <a:pt x="5945" y="12995"/>
                  <a:pt x="5903" y="11291"/>
                </a:cubicBezTo>
                <a:lnTo>
                  <a:pt x="10309" y="11291"/>
                </a:lnTo>
                <a:cubicBezTo>
                  <a:pt x="10309" y="11291"/>
                  <a:pt x="10309" y="15240"/>
                  <a:pt x="10309" y="15240"/>
                </a:cubicBezTo>
                <a:close/>
                <a:moveTo>
                  <a:pt x="10309" y="20569"/>
                </a:moveTo>
                <a:cubicBezTo>
                  <a:pt x="8945" y="20298"/>
                  <a:pt x="7749" y="18909"/>
                  <a:pt x="6947" y="16869"/>
                </a:cubicBezTo>
                <a:cubicBezTo>
                  <a:pt x="7961" y="16493"/>
                  <a:pt x="9101" y="16271"/>
                  <a:pt x="10309" y="16221"/>
                </a:cubicBezTo>
                <a:cubicBezTo>
                  <a:pt x="10309" y="16221"/>
                  <a:pt x="10309" y="20569"/>
                  <a:pt x="10309" y="20569"/>
                </a:cubicBezTo>
                <a:close/>
                <a:moveTo>
                  <a:pt x="4458" y="18285"/>
                </a:moveTo>
                <a:cubicBezTo>
                  <a:pt x="4934" y="17890"/>
                  <a:pt x="5476" y="17535"/>
                  <a:pt x="6083" y="17239"/>
                </a:cubicBezTo>
                <a:cubicBezTo>
                  <a:pt x="6100" y="17282"/>
                  <a:pt x="6115" y="17329"/>
                  <a:pt x="6132" y="17372"/>
                </a:cubicBezTo>
                <a:cubicBezTo>
                  <a:pt x="6149" y="17410"/>
                  <a:pt x="6163" y="17450"/>
                  <a:pt x="6180" y="17488"/>
                </a:cubicBezTo>
                <a:cubicBezTo>
                  <a:pt x="6484" y="18192"/>
                  <a:pt x="6835" y="18822"/>
                  <a:pt x="7224" y="19369"/>
                </a:cubicBezTo>
                <a:cubicBezTo>
                  <a:pt x="7242" y="19394"/>
                  <a:pt x="7261" y="19419"/>
                  <a:pt x="7279" y="19444"/>
                </a:cubicBezTo>
                <a:cubicBezTo>
                  <a:pt x="7472" y="19710"/>
                  <a:pt x="7674" y="19957"/>
                  <a:pt x="7886" y="20178"/>
                </a:cubicBezTo>
                <a:cubicBezTo>
                  <a:pt x="6610" y="19782"/>
                  <a:pt x="5451" y="19129"/>
                  <a:pt x="4458" y="18285"/>
                </a:cubicBezTo>
                <a:moveTo>
                  <a:pt x="1002" y="11291"/>
                </a:moveTo>
                <a:lnTo>
                  <a:pt x="4927" y="11291"/>
                </a:lnTo>
                <a:cubicBezTo>
                  <a:pt x="4935" y="11574"/>
                  <a:pt x="4940" y="11858"/>
                  <a:pt x="4958" y="12135"/>
                </a:cubicBezTo>
                <a:cubicBezTo>
                  <a:pt x="4967" y="12260"/>
                  <a:pt x="4979" y="12383"/>
                  <a:pt x="4989" y="12507"/>
                </a:cubicBezTo>
                <a:cubicBezTo>
                  <a:pt x="5018" y="12839"/>
                  <a:pt x="5055" y="13166"/>
                  <a:pt x="5100" y="13488"/>
                </a:cubicBezTo>
                <a:cubicBezTo>
                  <a:pt x="5116" y="13596"/>
                  <a:pt x="5129" y="13704"/>
                  <a:pt x="5146" y="13811"/>
                </a:cubicBezTo>
                <a:cubicBezTo>
                  <a:pt x="5280" y="14656"/>
                  <a:pt x="5468" y="15456"/>
                  <a:pt x="5704" y="16203"/>
                </a:cubicBezTo>
                <a:cubicBezTo>
                  <a:pt x="5718" y="16244"/>
                  <a:pt x="5731" y="16284"/>
                  <a:pt x="5744" y="16324"/>
                </a:cubicBezTo>
                <a:cubicBezTo>
                  <a:pt x="4996" y="16682"/>
                  <a:pt x="4330" y="17122"/>
                  <a:pt x="3749" y="17620"/>
                </a:cubicBezTo>
                <a:cubicBezTo>
                  <a:pt x="2150" y="15962"/>
                  <a:pt x="1123" y="13747"/>
                  <a:pt x="1002" y="11291"/>
                </a:cubicBezTo>
                <a:moveTo>
                  <a:pt x="3749" y="3981"/>
                </a:moveTo>
                <a:cubicBezTo>
                  <a:pt x="4330" y="4478"/>
                  <a:pt x="4996" y="4918"/>
                  <a:pt x="5744" y="5276"/>
                </a:cubicBezTo>
                <a:cubicBezTo>
                  <a:pt x="5731" y="5317"/>
                  <a:pt x="5718" y="5357"/>
                  <a:pt x="5704" y="5397"/>
                </a:cubicBezTo>
                <a:cubicBezTo>
                  <a:pt x="5469" y="6144"/>
                  <a:pt x="5280" y="6944"/>
                  <a:pt x="5146" y="7789"/>
                </a:cubicBezTo>
                <a:cubicBezTo>
                  <a:pt x="5129" y="7896"/>
                  <a:pt x="5116" y="8005"/>
                  <a:pt x="5100" y="8112"/>
                </a:cubicBezTo>
                <a:cubicBezTo>
                  <a:pt x="5055" y="8434"/>
                  <a:pt x="5018" y="8761"/>
                  <a:pt x="4989" y="9093"/>
                </a:cubicBezTo>
                <a:cubicBezTo>
                  <a:pt x="4979" y="9217"/>
                  <a:pt x="4967" y="9340"/>
                  <a:pt x="4958" y="9465"/>
                </a:cubicBezTo>
                <a:cubicBezTo>
                  <a:pt x="4940" y="9742"/>
                  <a:pt x="4935" y="10027"/>
                  <a:pt x="4927" y="10309"/>
                </a:cubicBezTo>
                <a:lnTo>
                  <a:pt x="1002" y="10309"/>
                </a:lnTo>
                <a:cubicBezTo>
                  <a:pt x="1123" y="7853"/>
                  <a:pt x="2150" y="5638"/>
                  <a:pt x="3749" y="3981"/>
                </a:cubicBezTo>
                <a:moveTo>
                  <a:pt x="7886" y="1422"/>
                </a:moveTo>
                <a:cubicBezTo>
                  <a:pt x="7674" y="1643"/>
                  <a:pt x="7472" y="1890"/>
                  <a:pt x="7279" y="2156"/>
                </a:cubicBezTo>
                <a:cubicBezTo>
                  <a:pt x="7261" y="2181"/>
                  <a:pt x="7242" y="2206"/>
                  <a:pt x="7224" y="2231"/>
                </a:cubicBezTo>
                <a:cubicBezTo>
                  <a:pt x="6835" y="2778"/>
                  <a:pt x="6484" y="3408"/>
                  <a:pt x="6180" y="4112"/>
                </a:cubicBezTo>
                <a:cubicBezTo>
                  <a:pt x="6163" y="4151"/>
                  <a:pt x="6149" y="4190"/>
                  <a:pt x="6132" y="4229"/>
                </a:cubicBezTo>
                <a:cubicBezTo>
                  <a:pt x="6115" y="4271"/>
                  <a:pt x="6100" y="4318"/>
                  <a:pt x="6083" y="4361"/>
                </a:cubicBezTo>
                <a:cubicBezTo>
                  <a:pt x="5476" y="4065"/>
                  <a:pt x="4934" y="3711"/>
                  <a:pt x="4458" y="3315"/>
                </a:cubicBezTo>
                <a:cubicBezTo>
                  <a:pt x="5451" y="2471"/>
                  <a:pt x="6610" y="1818"/>
                  <a:pt x="7886" y="1422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28575" lIns="28575" spcFirstLastPara="1" rIns="28575" wrap="square" tIns="2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32"/>
          <p:cNvSpPr/>
          <p:nvPr/>
        </p:nvSpPr>
        <p:spPr>
          <a:xfrm flipH="1" rot="10800000">
            <a:off x="0" y="-4"/>
            <a:ext cx="7968996" cy="4053083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3" name="Google Shape;103;p32"/>
          <p:cNvCxnSpPr/>
          <p:nvPr/>
        </p:nvCxnSpPr>
        <p:spPr>
          <a:xfrm flipH="1" rot="10800000">
            <a:off x="0" y="0"/>
            <a:ext cx="4523015" cy="2253342"/>
          </a:xfrm>
          <a:prstGeom prst="straightConnector1">
            <a:avLst/>
          </a:prstGeom>
          <a:noFill/>
          <a:ln cap="flat" cmpd="sng" w="9525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4" name="Google Shape;104;p32"/>
          <p:cNvCxnSpPr/>
          <p:nvPr/>
        </p:nvCxnSpPr>
        <p:spPr>
          <a:xfrm flipH="1" rot="10800000">
            <a:off x="6753226" y="2943224"/>
            <a:ext cx="2390775" cy="1266825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5" name="Google Shape;105;p32"/>
          <p:cNvCxnSpPr/>
          <p:nvPr/>
        </p:nvCxnSpPr>
        <p:spPr>
          <a:xfrm flipH="1" rot="10800000">
            <a:off x="-13378" y="3525012"/>
            <a:ext cx="1439842" cy="75079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6" name="Google Shape;106;p32"/>
          <p:cNvSpPr/>
          <p:nvPr>
            <p:ph idx="5" type="pic"/>
          </p:nvPr>
        </p:nvSpPr>
        <p:spPr>
          <a:xfrm>
            <a:off x="1262549" y="645708"/>
            <a:ext cx="3321392" cy="3852817"/>
          </a:xfrm>
          <a:prstGeom prst="rect">
            <a:avLst/>
          </a:prstGeom>
          <a:noFill/>
          <a:ln>
            <a:noFill/>
          </a:ln>
        </p:spPr>
      </p:sp>
      <p:sp>
        <p:nvSpPr>
          <p:cNvPr id="107" name="Google Shape;107;p32" title="Titre"/>
          <p:cNvSpPr txBox="1"/>
          <p:nvPr>
            <p:ph type="ctrTitle"/>
          </p:nvPr>
        </p:nvSpPr>
        <p:spPr>
          <a:xfrm>
            <a:off x="4781791" y="1365767"/>
            <a:ext cx="3640180" cy="121218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  <a:defRPr b="1" sz="32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5653">
          <p15:clr>
            <a:srgbClr val="FBAE40"/>
          </p15:clr>
        </p15:guide>
        <p15:guide id="3" pos="103">
          <p15:clr>
            <a:srgbClr val="FBAE40"/>
          </p15:clr>
        </p15:guide>
        <p15:guide id="4" orient="horz" pos="3133">
          <p15:clr>
            <a:srgbClr val="FBAE40"/>
          </p15:clr>
        </p15:guide>
        <p15:guide id="5" orient="horz" pos="107">
          <p15:clr>
            <a:srgbClr val="FBAE40"/>
          </p15:clr>
        </p15:guide>
        <p15:guide id="6" pos="1843">
          <p15:clr>
            <a:srgbClr val="FBAE40"/>
          </p15:clr>
        </p15:guide>
        <p15:guide id="7" pos="329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e de titre">
  <p:cSld name="Diapositive de titre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3"/>
          <p:cNvSpPr/>
          <p:nvPr/>
        </p:nvSpPr>
        <p:spPr>
          <a:xfrm flipH="1" rot="10800000">
            <a:off x="0" y="-4"/>
            <a:ext cx="7968996" cy="4053083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0" name="Google Shape;110;p33"/>
          <p:cNvCxnSpPr/>
          <p:nvPr/>
        </p:nvCxnSpPr>
        <p:spPr>
          <a:xfrm flipH="1" rot="10800000">
            <a:off x="0" y="0"/>
            <a:ext cx="4523015" cy="2253342"/>
          </a:xfrm>
          <a:prstGeom prst="straightConnector1">
            <a:avLst/>
          </a:prstGeom>
          <a:noFill/>
          <a:ln cap="flat" cmpd="sng" w="9525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1" name="Google Shape;111;p33"/>
          <p:cNvCxnSpPr/>
          <p:nvPr/>
        </p:nvCxnSpPr>
        <p:spPr>
          <a:xfrm flipH="1" rot="10800000">
            <a:off x="6753226" y="2943224"/>
            <a:ext cx="2390775" cy="1266825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2" name="Google Shape;112;p33" title="Titre"/>
          <p:cNvSpPr txBox="1"/>
          <p:nvPr>
            <p:ph type="ctrTitle"/>
          </p:nvPr>
        </p:nvSpPr>
        <p:spPr>
          <a:xfrm>
            <a:off x="4781791" y="1504563"/>
            <a:ext cx="3640180" cy="121218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  <a:defRPr b="1" sz="32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3" name="Google Shape;113;p33" title="Sous-titre"/>
          <p:cNvSpPr txBox="1"/>
          <p:nvPr>
            <p:ph idx="1" type="subTitle"/>
          </p:nvPr>
        </p:nvSpPr>
        <p:spPr>
          <a:xfrm>
            <a:off x="4781411" y="2730749"/>
            <a:ext cx="3640754" cy="94318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cxnSp>
        <p:nvCxnSpPr>
          <p:cNvPr id="114" name="Google Shape;114;p33"/>
          <p:cNvCxnSpPr/>
          <p:nvPr/>
        </p:nvCxnSpPr>
        <p:spPr>
          <a:xfrm flipH="1" rot="10800000">
            <a:off x="-13378" y="3525012"/>
            <a:ext cx="1439842" cy="75079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5653">
          <p15:clr>
            <a:srgbClr val="FBAE40"/>
          </p15:clr>
        </p15:guide>
        <p15:guide id="3" pos="103">
          <p15:clr>
            <a:srgbClr val="FBAE40"/>
          </p15:clr>
        </p15:guide>
        <p15:guide id="4" orient="horz" pos="3133">
          <p15:clr>
            <a:srgbClr val="FBAE40"/>
          </p15:clr>
        </p15:guide>
        <p15:guide id="5" orient="horz" pos="107">
          <p15:clr>
            <a:srgbClr val="FBAE40"/>
          </p15:clr>
        </p15:guide>
        <p15:guide id="6" pos="1843">
          <p15:clr>
            <a:srgbClr val="FBAE40"/>
          </p15:clr>
        </p15:guide>
        <p15:guide id="7" pos="329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-tête de section">
  <p:cSld name="En-tête de section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4"/>
          <p:cNvSpPr/>
          <p:nvPr/>
        </p:nvSpPr>
        <p:spPr>
          <a:xfrm flipH="1" rot="10800000">
            <a:off x="0" y="-4"/>
            <a:ext cx="7968996" cy="4053083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34"/>
          <p:cNvSpPr/>
          <p:nvPr/>
        </p:nvSpPr>
        <p:spPr>
          <a:xfrm rot="-1641210">
            <a:off x="-477993" y="2691132"/>
            <a:ext cx="2895122" cy="1310214"/>
          </a:xfrm>
          <a:prstGeom prst="parallelogram">
            <a:avLst>
              <a:gd fmla="val 53218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8" name="Google Shape;118;p34"/>
          <p:cNvCxnSpPr/>
          <p:nvPr/>
        </p:nvCxnSpPr>
        <p:spPr>
          <a:xfrm flipH="1" rot="10800000">
            <a:off x="0" y="757568"/>
            <a:ext cx="1338943" cy="680629"/>
          </a:xfrm>
          <a:prstGeom prst="straightConnector1">
            <a:avLst/>
          </a:prstGeom>
          <a:noFill/>
          <a:ln cap="flat" cmpd="sng" w="9525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9" name="Google Shape;119;p34" title="Titre"/>
          <p:cNvSpPr txBox="1"/>
          <p:nvPr>
            <p:ph type="title"/>
          </p:nvPr>
        </p:nvSpPr>
        <p:spPr>
          <a:xfrm>
            <a:off x="4712882" y="1490565"/>
            <a:ext cx="3683725" cy="134239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Calibri"/>
              <a:buNone/>
              <a:defRPr b="1" sz="30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0" name="Google Shape;120;p34" title="Sous-titre"/>
          <p:cNvSpPr txBox="1"/>
          <p:nvPr>
            <p:ph idx="1" type="body"/>
          </p:nvPr>
        </p:nvSpPr>
        <p:spPr>
          <a:xfrm>
            <a:off x="4712882" y="2844035"/>
            <a:ext cx="3683725" cy="68293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cxnSp>
        <p:nvCxnSpPr>
          <p:cNvPr id="121" name="Google Shape;121;p34"/>
          <p:cNvCxnSpPr/>
          <p:nvPr/>
        </p:nvCxnSpPr>
        <p:spPr>
          <a:xfrm flipH="1" rot="10800000">
            <a:off x="6753226" y="2943224"/>
            <a:ext cx="2390775" cy="1266825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2" name="Google Shape;122;p34"/>
          <p:cNvSpPr/>
          <p:nvPr/>
        </p:nvSpPr>
        <p:spPr>
          <a:xfrm>
            <a:off x="5815584" y="0"/>
            <a:ext cx="1693926" cy="557114"/>
          </a:xfrm>
          <a:prstGeom prst="parallelogram">
            <a:avLst>
              <a:gd fmla="val 195850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3" name="Google Shape;123;p34"/>
          <p:cNvCxnSpPr/>
          <p:nvPr/>
        </p:nvCxnSpPr>
        <p:spPr>
          <a:xfrm flipH="1" rot="10800000">
            <a:off x="0" y="306422"/>
            <a:ext cx="4946515" cy="2552361"/>
          </a:xfrm>
          <a:prstGeom prst="straightConnector1">
            <a:avLst/>
          </a:prstGeom>
          <a:noFill/>
          <a:ln cap="flat" cmpd="sng" w="9525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4" name="Google Shape;124;p34"/>
          <p:cNvCxnSpPr/>
          <p:nvPr/>
        </p:nvCxnSpPr>
        <p:spPr>
          <a:xfrm flipH="1" rot="10800000">
            <a:off x="-13378" y="3950208"/>
            <a:ext cx="1439842" cy="75079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5" name="Google Shape;125;p34"/>
          <p:cNvSpPr/>
          <p:nvPr/>
        </p:nvSpPr>
        <p:spPr>
          <a:xfrm rot="-1641210">
            <a:off x="-104276" y="2555284"/>
            <a:ext cx="1078799" cy="177435"/>
          </a:xfrm>
          <a:prstGeom prst="parallelogram">
            <a:avLst>
              <a:gd fmla="val 53218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37">
          <p15:clr>
            <a:srgbClr val="FBAE40"/>
          </p15:clr>
        </p15:guide>
        <p15:guide id="2" pos="2880">
          <p15:clr>
            <a:srgbClr val="FBAE40"/>
          </p15:clr>
        </p15:guide>
        <p15:guide id="3" pos="107">
          <p15:clr>
            <a:srgbClr val="FBAE40"/>
          </p15:clr>
        </p15:guide>
        <p15:guide id="4" orient="horz" pos="3127">
          <p15:clr>
            <a:srgbClr val="FBAE40"/>
          </p15:clr>
        </p15:guide>
        <p15:guide id="5" pos="5653">
          <p15:clr>
            <a:srgbClr val="FBAE40"/>
          </p15:clr>
        </p15:guide>
        <p15:guide id="6" orient="horz" pos="107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contenu">
  <p:cSld name="Titre et contenu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7" name="Google Shape;127;p35"/>
          <p:cNvCxnSpPr/>
          <p:nvPr/>
        </p:nvCxnSpPr>
        <p:spPr>
          <a:xfrm rot="10800000">
            <a:off x="-6935" y="2725475"/>
            <a:ext cx="1434464" cy="1179742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128" name="Google Shape;128;p35"/>
          <p:cNvGrpSpPr/>
          <p:nvPr/>
        </p:nvGrpSpPr>
        <p:grpSpPr>
          <a:xfrm flipH="1">
            <a:off x="5670996" y="0"/>
            <a:ext cx="3572983" cy="2655755"/>
            <a:chOff x="-124265" y="-2"/>
            <a:chExt cx="4763978" cy="3367272"/>
          </a:xfrm>
        </p:grpSpPr>
        <p:sp>
          <p:nvSpPr>
            <p:cNvPr id="129" name="Google Shape;129;p35"/>
            <p:cNvSpPr/>
            <p:nvPr/>
          </p:nvSpPr>
          <p:spPr>
            <a:xfrm>
              <a:off x="0" y="-1"/>
              <a:ext cx="4639713" cy="3367271"/>
            </a:xfrm>
            <a:prstGeom prst="diagStripe">
              <a:avLst>
                <a:gd fmla="val 51202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30" name="Google Shape;130;p35"/>
            <p:cNvCxnSpPr/>
            <p:nvPr/>
          </p:nvCxnSpPr>
          <p:spPr>
            <a:xfrm flipH="1" rot="10800000">
              <a:off x="1433638" y="-2"/>
              <a:ext cx="1240971" cy="916595"/>
            </a:xfrm>
            <a:prstGeom prst="straightConnector1">
              <a:avLst/>
            </a:prstGeom>
            <a:noFill/>
            <a:ln cap="flat" cmpd="sng" w="9525">
              <a:solidFill>
                <a:srgbClr val="BFBFB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31" name="Google Shape;131;p35"/>
            <p:cNvSpPr/>
            <p:nvPr/>
          </p:nvSpPr>
          <p:spPr>
            <a:xfrm rot="-2178838">
              <a:off x="-192127" y="1140864"/>
              <a:ext cx="1354398" cy="214994"/>
            </a:xfrm>
            <a:prstGeom prst="parallelogram">
              <a:avLst>
                <a:gd fmla="val 72003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2" name="Google Shape;132;p35"/>
          <p:cNvSpPr txBox="1"/>
          <p:nvPr/>
        </p:nvSpPr>
        <p:spPr>
          <a:xfrm>
            <a:off x="8304284" y="176799"/>
            <a:ext cx="61098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GB" sz="2600" u="none" cap="none" strike="noStrike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rPr>
              <a:t>FR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35"/>
          <p:cNvSpPr/>
          <p:nvPr/>
        </p:nvSpPr>
        <p:spPr>
          <a:xfrm flipH="1">
            <a:off x="5009931" y="1"/>
            <a:ext cx="1085850" cy="479298"/>
          </a:xfrm>
          <a:prstGeom prst="parallelogram">
            <a:avLst>
              <a:gd fmla="val 135617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35"/>
          <p:cNvSpPr txBox="1"/>
          <p:nvPr>
            <p:ph idx="11" type="ftr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5" name="Google Shape;135;p35"/>
          <p:cNvSpPr txBox="1"/>
          <p:nvPr>
            <p:ph idx="12" type="sldNum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6" name="Google Shape;136;p35" title="Titre "/>
          <p:cNvSpPr txBox="1"/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b="1" sz="33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7" name="Google Shape;137;p35"/>
          <p:cNvSpPr txBox="1"/>
          <p:nvPr>
            <p:ph idx="1" type="body"/>
          </p:nvPr>
        </p:nvSpPr>
        <p:spPr>
          <a:xfrm>
            <a:off x="389008" y="1253943"/>
            <a:ext cx="8126342" cy="337877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429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2385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048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048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  <p15:guide id="3" pos="295">
          <p15:clr>
            <a:srgbClr val="FBAE40"/>
          </p15:clr>
        </p15:guide>
        <p15:guide id="4" pos="5567">
          <p15:clr>
            <a:srgbClr val="FBAE40"/>
          </p15:clr>
        </p15:guide>
        <p15:guide id="5" orient="horz" pos="583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ux contenus">
  <p:cSld name="Deux contenus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9" name="Google Shape;139;p36"/>
          <p:cNvCxnSpPr/>
          <p:nvPr/>
        </p:nvCxnSpPr>
        <p:spPr>
          <a:xfrm rot="10800000">
            <a:off x="-6935" y="2725475"/>
            <a:ext cx="1434464" cy="1179742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140" name="Google Shape;140;p36"/>
          <p:cNvGrpSpPr/>
          <p:nvPr/>
        </p:nvGrpSpPr>
        <p:grpSpPr>
          <a:xfrm flipH="1">
            <a:off x="5670996" y="0"/>
            <a:ext cx="3572983" cy="2655755"/>
            <a:chOff x="-124265" y="-2"/>
            <a:chExt cx="4763978" cy="3367272"/>
          </a:xfrm>
        </p:grpSpPr>
        <p:sp>
          <p:nvSpPr>
            <p:cNvPr id="141" name="Google Shape;141;p36"/>
            <p:cNvSpPr/>
            <p:nvPr/>
          </p:nvSpPr>
          <p:spPr>
            <a:xfrm>
              <a:off x="0" y="-1"/>
              <a:ext cx="4639713" cy="3367271"/>
            </a:xfrm>
            <a:prstGeom prst="diagStripe">
              <a:avLst>
                <a:gd fmla="val 51202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42" name="Google Shape;142;p36"/>
            <p:cNvCxnSpPr/>
            <p:nvPr/>
          </p:nvCxnSpPr>
          <p:spPr>
            <a:xfrm flipH="1" rot="10800000">
              <a:off x="1433638" y="-2"/>
              <a:ext cx="1240971" cy="916595"/>
            </a:xfrm>
            <a:prstGeom prst="straightConnector1">
              <a:avLst/>
            </a:prstGeom>
            <a:noFill/>
            <a:ln cap="flat" cmpd="sng" w="9525">
              <a:solidFill>
                <a:srgbClr val="BFBFB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43" name="Google Shape;143;p36"/>
            <p:cNvSpPr/>
            <p:nvPr/>
          </p:nvSpPr>
          <p:spPr>
            <a:xfrm rot="-2178838">
              <a:off x="-192127" y="1140864"/>
              <a:ext cx="1354398" cy="214994"/>
            </a:xfrm>
            <a:prstGeom prst="parallelogram">
              <a:avLst>
                <a:gd fmla="val 72003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4" name="Google Shape;144;p36"/>
          <p:cNvSpPr txBox="1"/>
          <p:nvPr/>
        </p:nvSpPr>
        <p:spPr>
          <a:xfrm>
            <a:off x="8304284" y="176799"/>
            <a:ext cx="61098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GB" sz="2600" u="none" cap="none" strike="noStrike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rPr>
              <a:t>FR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36"/>
          <p:cNvSpPr/>
          <p:nvPr/>
        </p:nvSpPr>
        <p:spPr>
          <a:xfrm flipH="1">
            <a:off x="5009931" y="1"/>
            <a:ext cx="1085850" cy="479298"/>
          </a:xfrm>
          <a:prstGeom prst="parallelogram">
            <a:avLst>
              <a:gd fmla="val 135617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36"/>
          <p:cNvSpPr txBox="1"/>
          <p:nvPr>
            <p:ph idx="11" type="ftr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7" name="Google Shape;147;p36"/>
          <p:cNvSpPr txBox="1"/>
          <p:nvPr>
            <p:ph idx="12" type="sldNum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8" name="Google Shape;148;p36" title="Titre "/>
          <p:cNvSpPr txBox="1"/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b="1" sz="33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9" name="Google Shape;149;p36"/>
          <p:cNvSpPr txBox="1"/>
          <p:nvPr>
            <p:ph idx="1" type="body"/>
          </p:nvPr>
        </p:nvSpPr>
        <p:spPr>
          <a:xfrm>
            <a:off x="397265" y="1238283"/>
            <a:ext cx="3886200" cy="339443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429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2385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048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048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0" name="Google Shape;150;p36"/>
          <p:cNvSpPr txBox="1"/>
          <p:nvPr>
            <p:ph idx="2" type="body"/>
          </p:nvPr>
        </p:nvSpPr>
        <p:spPr>
          <a:xfrm>
            <a:off x="4629150" y="1238283"/>
            <a:ext cx="3886200" cy="339443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429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2385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048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048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  <p15:guide id="3" pos="295">
          <p15:clr>
            <a:srgbClr val="FBAE40"/>
          </p15:clr>
        </p15:guide>
        <p15:guide id="4" pos="5567">
          <p15:clr>
            <a:srgbClr val="FBAE40"/>
          </p15:clr>
        </p15:guide>
        <p15:guide id="5" orient="horz" pos="583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ison">
  <p:cSld name="Comparaison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2" name="Google Shape;152;p37"/>
          <p:cNvCxnSpPr/>
          <p:nvPr/>
        </p:nvCxnSpPr>
        <p:spPr>
          <a:xfrm rot="10800000">
            <a:off x="-6935" y="2725475"/>
            <a:ext cx="1434464" cy="1179742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153" name="Google Shape;153;p37"/>
          <p:cNvGrpSpPr/>
          <p:nvPr/>
        </p:nvGrpSpPr>
        <p:grpSpPr>
          <a:xfrm flipH="1">
            <a:off x="5670996" y="0"/>
            <a:ext cx="3572983" cy="2655755"/>
            <a:chOff x="-124265" y="-2"/>
            <a:chExt cx="4763978" cy="3367272"/>
          </a:xfrm>
        </p:grpSpPr>
        <p:sp>
          <p:nvSpPr>
            <p:cNvPr id="154" name="Google Shape;154;p37"/>
            <p:cNvSpPr/>
            <p:nvPr/>
          </p:nvSpPr>
          <p:spPr>
            <a:xfrm>
              <a:off x="0" y="-1"/>
              <a:ext cx="4639713" cy="3367271"/>
            </a:xfrm>
            <a:prstGeom prst="diagStripe">
              <a:avLst>
                <a:gd fmla="val 51202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55" name="Google Shape;155;p37"/>
            <p:cNvCxnSpPr/>
            <p:nvPr/>
          </p:nvCxnSpPr>
          <p:spPr>
            <a:xfrm flipH="1" rot="10800000">
              <a:off x="1433638" y="-2"/>
              <a:ext cx="1240971" cy="916595"/>
            </a:xfrm>
            <a:prstGeom prst="straightConnector1">
              <a:avLst/>
            </a:prstGeom>
            <a:noFill/>
            <a:ln cap="flat" cmpd="sng" w="9525">
              <a:solidFill>
                <a:srgbClr val="BFBFB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56" name="Google Shape;156;p37"/>
            <p:cNvSpPr/>
            <p:nvPr/>
          </p:nvSpPr>
          <p:spPr>
            <a:xfrm rot="-2178838">
              <a:off x="-192127" y="1140864"/>
              <a:ext cx="1354398" cy="214994"/>
            </a:xfrm>
            <a:prstGeom prst="parallelogram">
              <a:avLst>
                <a:gd fmla="val 72003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7" name="Google Shape;157;p37"/>
          <p:cNvSpPr txBox="1"/>
          <p:nvPr/>
        </p:nvSpPr>
        <p:spPr>
          <a:xfrm>
            <a:off x="8304284" y="176799"/>
            <a:ext cx="61098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GB" sz="2600" u="none" cap="none" strike="noStrike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rPr>
              <a:t>FR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37"/>
          <p:cNvSpPr/>
          <p:nvPr/>
        </p:nvSpPr>
        <p:spPr>
          <a:xfrm flipH="1">
            <a:off x="5009931" y="1"/>
            <a:ext cx="1085850" cy="479298"/>
          </a:xfrm>
          <a:prstGeom prst="parallelogram">
            <a:avLst>
              <a:gd fmla="val 135617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37"/>
          <p:cNvSpPr txBox="1"/>
          <p:nvPr>
            <p:ph idx="11" type="ftr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0" name="Google Shape;160;p37"/>
          <p:cNvSpPr txBox="1"/>
          <p:nvPr>
            <p:ph idx="12" type="sldNum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61" name="Google Shape;161;p37" title="Titre "/>
          <p:cNvSpPr txBox="1"/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b="1" sz="33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2" name="Google Shape;162;p37"/>
          <p:cNvSpPr txBox="1"/>
          <p:nvPr>
            <p:ph idx="1" type="body"/>
          </p:nvPr>
        </p:nvSpPr>
        <p:spPr>
          <a:xfrm>
            <a:off x="389008" y="1260872"/>
            <a:ext cx="4036876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2385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048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048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3" name="Google Shape;163;p37"/>
          <p:cNvSpPr txBox="1"/>
          <p:nvPr>
            <p:ph idx="2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b="1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4" name="Google Shape;164;p37"/>
          <p:cNvSpPr txBox="1"/>
          <p:nvPr>
            <p:ph idx="3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429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2385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048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048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5" name="Google Shape;165;p37"/>
          <p:cNvSpPr txBox="1"/>
          <p:nvPr>
            <p:ph idx="4" type="body"/>
          </p:nvPr>
        </p:nvSpPr>
        <p:spPr>
          <a:xfrm>
            <a:off x="389008" y="1878806"/>
            <a:ext cx="4043812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429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2385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048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048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  <p15:guide id="3" pos="295">
          <p15:clr>
            <a:srgbClr val="FBAE40"/>
          </p15:clr>
        </p15:guide>
        <p15:guide id="4" pos="5567">
          <p15:clr>
            <a:srgbClr val="FBAE40"/>
          </p15:clr>
        </p15:guide>
        <p15:guide id="5" orient="horz" pos="583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u avec légende">
  <p:cSld name="Contenu avec légende"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8"/>
          <p:cNvSpPr/>
          <p:nvPr/>
        </p:nvSpPr>
        <p:spPr>
          <a:xfrm flipH="1" rot="10800000">
            <a:off x="0" y="-4"/>
            <a:ext cx="7968996" cy="4053083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8" name="Google Shape;168;p38"/>
          <p:cNvCxnSpPr/>
          <p:nvPr/>
        </p:nvCxnSpPr>
        <p:spPr>
          <a:xfrm flipH="1" rot="10800000">
            <a:off x="0" y="0"/>
            <a:ext cx="4523015" cy="2253342"/>
          </a:xfrm>
          <a:prstGeom prst="straightConnector1">
            <a:avLst/>
          </a:prstGeom>
          <a:noFill/>
          <a:ln cap="flat" cmpd="sng" w="9525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69" name="Google Shape;169;p38"/>
          <p:cNvCxnSpPr/>
          <p:nvPr/>
        </p:nvCxnSpPr>
        <p:spPr>
          <a:xfrm flipH="1" rot="10800000">
            <a:off x="6753226" y="2943224"/>
            <a:ext cx="2390775" cy="1266825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70" name="Google Shape;170;p38" title="Titre"/>
          <p:cNvSpPr txBox="1"/>
          <p:nvPr>
            <p:ph type="ctrTitle"/>
          </p:nvPr>
        </p:nvSpPr>
        <p:spPr>
          <a:xfrm>
            <a:off x="539377" y="3280527"/>
            <a:ext cx="3983637" cy="99527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68575" spcFirstLastPara="1" rIns="68575" wrap="square" tIns="34275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None/>
              <a:defRPr b="1" sz="32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cxnSp>
        <p:nvCxnSpPr>
          <p:cNvPr id="171" name="Google Shape;171;p38"/>
          <p:cNvCxnSpPr/>
          <p:nvPr/>
        </p:nvCxnSpPr>
        <p:spPr>
          <a:xfrm flipH="1" rot="10800000">
            <a:off x="-13378" y="3525012"/>
            <a:ext cx="1439842" cy="75079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72" name="Google Shape;172;p38"/>
          <p:cNvSpPr txBox="1"/>
          <p:nvPr>
            <p:ph idx="1" type="body"/>
          </p:nvPr>
        </p:nvSpPr>
        <p:spPr>
          <a:xfrm>
            <a:off x="539377" y="4275802"/>
            <a:ext cx="3983637" cy="69862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3" name="Google Shape;173;p38"/>
          <p:cNvSpPr txBox="1"/>
          <p:nvPr>
            <p:ph idx="2" type="body"/>
          </p:nvPr>
        </p:nvSpPr>
        <p:spPr>
          <a:xfrm>
            <a:off x="4620987" y="1718035"/>
            <a:ext cx="4352754" cy="325639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429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2385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048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048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5653">
          <p15:clr>
            <a:srgbClr val="FBAE40"/>
          </p15:clr>
        </p15:guide>
        <p15:guide id="3" pos="103">
          <p15:clr>
            <a:srgbClr val="FBAE40"/>
          </p15:clr>
        </p15:guide>
        <p15:guide id="4" orient="horz" pos="3133">
          <p15:clr>
            <a:srgbClr val="FBAE40"/>
          </p15:clr>
        </p15:guide>
        <p15:guide id="5" orient="horz" pos="107">
          <p15:clr>
            <a:srgbClr val="FBAE40"/>
          </p15:clr>
        </p15:guide>
        <p15:guide id="6" pos="1843">
          <p15:clr>
            <a:srgbClr val="FBAE40"/>
          </p15:clr>
        </p15:guide>
        <p15:guide id="7" pos="329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avec légende">
  <p:cSld name="Image avec légende"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9"/>
          <p:cNvSpPr/>
          <p:nvPr/>
        </p:nvSpPr>
        <p:spPr>
          <a:xfrm flipH="1" rot="10800000">
            <a:off x="0" y="-4"/>
            <a:ext cx="7968996" cy="4053083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6" name="Google Shape;176;p39"/>
          <p:cNvCxnSpPr/>
          <p:nvPr/>
        </p:nvCxnSpPr>
        <p:spPr>
          <a:xfrm flipH="1" rot="10800000">
            <a:off x="0" y="0"/>
            <a:ext cx="4523015" cy="2253342"/>
          </a:xfrm>
          <a:prstGeom prst="straightConnector1">
            <a:avLst/>
          </a:prstGeom>
          <a:noFill/>
          <a:ln cap="flat" cmpd="sng" w="9525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77" name="Google Shape;177;p39"/>
          <p:cNvCxnSpPr/>
          <p:nvPr/>
        </p:nvCxnSpPr>
        <p:spPr>
          <a:xfrm flipH="1" rot="10800000">
            <a:off x="6753226" y="2943224"/>
            <a:ext cx="2390775" cy="1266825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78" name="Google Shape;178;p39" title="Titre"/>
          <p:cNvSpPr txBox="1"/>
          <p:nvPr>
            <p:ph type="ctrTitle"/>
          </p:nvPr>
        </p:nvSpPr>
        <p:spPr>
          <a:xfrm>
            <a:off x="539377" y="3280527"/>
            <a:ext cx="3983637" cy="99527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68575" spcFirstLastPara="1" rIns="68575" wrap="square" tIns="34275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None/>
              <a:defRPr b="1" sz="32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cxnSp>
        <p:nvCxnSpPr>
          <p:cNvPr id="179" name="Google Shape;179;p39"/>
          <p:cNvCxnSpPr/>
          <p:nvPr/>
        </p:nvCxnSpPr>
        <p:spPr>
          <a:xfrm flipH="1" rot="10800000">
            <a:off x="-13378" y="3525012"/>
            <a:ext cx="1439842" cy="75079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80" name="Google Shape;180;p39"/>
          <p:cNvSpPr txBox="1"/>
          <p:nvPr>
            <p:ph idx="1" type="body"/>
          </p:nvPr>
        </p:nvSpPr>
        <p:spPr>
          <a:xfrm>
            <a:off x="539377" y="4275802"/>
            <a:ext cx="3983637" cy="69862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1" name="Google Shape;181;p39"/>
          <p:cNvSpPr/>
          <p:nvPr>
            <p:ph idx="2" type="pic"/>
          </p:nvPr>
        </p:nvSpPr>
        <p:spPr>
          <a:xfrm>
            <a:off x="4687477" y="1703895"/>
            <a:ext cx="4286263" cy="3270535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5653">
          <p15:clr>
            <a:srgbClr val="FBAE40"/>
          </p15:clr>
        </p15:guide>
        <p15:guide id="3" pos="103">
          <p15:clr>
            <a:srgbClr val="FBAE40"/>
          </p15:clr>
        </p15:guide>
        <p15:guide id="4" orient="horz" pos="3133">
          <p15:clr>
            <a:srgbClr val="FBAE40"/>
          </p15:clr>
        </p15:guide>
        <p15:guide id="5" orient="horz" pos="107">
          <p15:clr>
            <a:srgbClr val="FBAE40"/>
          </p15:clr>
        </p15:guide>
        <p15:guide id="6" pos="1843">
          <p15:clr>
            <a:srgbClr val="FBAE40"/>
          </p15:clr>
        </p15:guide>
        <p15:guide id="7" pos="329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ide">
  <p:cSld name="Vide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40"/>
          <p:cNvSpPr txBox="1"/>
          <p:nvPr/>
        </p:nvSpPr>
        <p:spPr>
          <a:xfrm>
            <a:off x="8304284" y="176799"/>
            <a:ext cx="61098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GB" sz="2600" u="none" cap="none" strike="noStrike">
                <a:solidFill>
                  <a:schemeClr val="accent1"/>
                </a:solidFill>
                <a:latin typeface="Arial Black"/>
                <a:ea typeface="Arial Black"/>
                <a:cs typeface="Arial Black"/>
                <a:sym typeface="Arial Black"/>
              </a:rPr>
              <a:t>FR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4" name="Google Shape;184;p40"/>
          <p:cNvGrpSpPr/>
          <p:nvPr/>
        </p:nvGrpSpPr>
        <p:grpSpPr>
          <a:xfrm flipH="1">
            <a:off x="5670996" y="0"/>
            <a:ext cx="3572983" cy="2655755"/>
            <a:chOff x="-124265" y="-2"/>
            <a:chExt cx="4763978" cy="3367272"/>
          </a:xfrm>
        </p:grpSpPr>
        <p:sp>
          <p:nvSpPr>
            <p:cNvPr id="185" name="Google Shape;185;p40"/>
            <p:cNvSpPr/>
            <p:nvPr/>
          </p:nvSpPr>
          <p:spPr>
            <a:xfrm>
              <a:off x="0" y="-1"/>
              <a:ext cx="4639713" cy="3367271"/>
            </a:xfrm>
            <a:prstGeom prst="diagStripe">
              <a:avLst>
                <a:gd fmla="val 51202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86" name="Google Shape;186;p40"/>
            <p:cNvCxnSpPr/>
            <p:nvPr/>
          </p:nvCxnSpPr>
          <p:spPr>
            <a:xfrm flipH="1" rot="10800000">
              <a:off x="1433638" y="-2"/>
              <a:ext cx="1240971" cy="916595"/>
            </a:xfrm>
            <a:prstGeom prst="straightConnector1">
              <a:avLst/>
            </a:prstGeom>
            <a:noFill/>
            <a:ln cap="flat" cmpd="sng" w="9525">
              <a:solidFill>
                <a:srgbClr val="BFBFB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87" name="Google Shape;187;p40"/>
            <p:cNvSpPr/>
            <p:nvPr/>
          </p:nvSpPr>
          <p:spPr>
            <a:xfrm rot="-2178838">
              <a:off x="-192127" y="1140864"/>
              <a:ext cx="1354398" cy="214994"/>
            </a:xfrm>
            <a:prstGeom prst="parallelogram">
              <a:avLst>
                <a:gd fmla="val 72003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8" name="Google Shape;188;p40"/>
          <p:cNvSpPr/>
          <p:nvPr/>
        </p:nvSpPr>
        <p:spPr>
          <a:xfrm flipH="1">
            <a:off x="5009931" y="1"/>
            <a:ext cx="1085850" cy="479298"/>
          </a:xfrm>
          <a:prstGeom prst="parallelogram">
            <a:avLst>
              <a:gd fmla="val 135617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40"/>
          <p:cNvSpPr txBox="1"/>
          <p:nvPr>
            <p:ph idx="11" type="ftr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0" name="Google Shape;190;p40"/>
          <p:cNvSpPr txBox="1"/>
          <p:nvPr>
            <p:ph idx="12" type="sldNum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07">
          <p15:clr>
            <a:srgbClr val="FBAE40"/>
          </p15:clr>
        </p15:guide>
        <p15:guide id="2" pos="2880">
          <p15:clr>
            <a:srgbClr val="FBAE40"/>
          </p15:clr>
        </p15:guide>
        <p15:guide id="3" pos="583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uniquement">
  <p:cSld name="Titre uniquement"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41"/>
          <p:cNvSpPr txBox="1"/>
          <p:nvPr/>
        </p:nvSpPr>
        <p:spPr>
          <a:xfrm>
            <a:off x="8304284" y="176799"/>
            <a:ext cx="61098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GB" sz="2600" u="none" cap="none" strike="noStrike">
                <a:solidFill>
                  <a:schemeClr val="accent1"/>
                </a:solidFill>
                <a:latin typeface="Arial Black"/>
                <a:ea typeface="Arial Black"/>
                <a:cs typeface="Arial Black"/>
                <a:sym typeface="Arial Black"/>
              </a:rPr>
              <a:t>FR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3" name="Google Shape;193;p41"/>
          <p:cNvGrpSpPr/>
          <p:nvPr/>
        </p:nvGrpSpPr>
        <p:grpSpPr>
          <a:xfrm flipH="1">
            <a:off x="5670996" y="0"/>
            <a:ext cx="3572983" cy="2655755"/>
            <a:chOff x="-124265" y="-2"/>
            <a:chExt cx="4763978" cy="3367272"/>
          </a:xfrm>
        </p:grpSpPr>
        <p:sp>
          <p:nvSpPr>
            <p:cNvPr id="194" name="Google Shape;194;p41"/>
            <p:cNvSpPr/>
            <p:nvPr/>
          </p:nvSpPr>
          <p:spPr>
            <a:xfrm>
              <a:off x="0" y="-1"/>
              <a:ext cx="4639713" cy="3367271"/>
            </a:xfrm>
            <a:prstGeom prst="diagStripe">
              <a:avLst>
                <a:gd fmla="val 51202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95" name="Google Shape;195;p41"/>
            <p:cNvCxnSpPr/>
            <p:nvPr/>
          </p:nvCxnSpPr>
          <p:spPr>
            <a:xfrm flipH="1" rot="10800000">
              <a:off x="1433638" y="-2"/>
              <a:ext cx="1240971" cy="916595"/>
            </a:xfrm>
            <a:prstGeom prst="straightConnector1">
              <a:avLst/>
            </a:prstGeom>
            <a:noFill/>
            <a:ln cap="flat" cmpd="sng" w="9525">
              <a:solidFill>
                <a:srgbClr val="BFBFB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96" name="Google Shape;196;p41"/>
            <p:cNvSpPr/>
            <p:nvPr/>
          </p:nvSpPr>
          <p:spPr>
            <a:xfrm rot="-2178838">
              <a:off x="-192127" y="1140864"/>
              <a:ext cx="1354398" cy="214994"/>
            </a:xfrm>
            <a:prstGeom prst="parallelogram">
              <a:avLst>
                <a:gd fmla="val 72003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7" name="Google Shape;197;p41"/>
          <p:cNvSpPr/>
          <p:nvPr/>
        </p:nvSpPr>
        <p:spPr>
          <a:xfrm flipH="1">
            <a:off x="5009931" y="1"/>
            <a:ext cx="1085850" cy="479298"/>
          </a:xfrm>
          <a:prstGeom prst="parallelogram">
            <a:avLst>
              <a:gd fmla="val 135617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41" title="Titre "/>
          <p:cNvSpPr txBox="1"/>
          <p:nvPr>
            <p:ph type="title"/>
          </p:nvPr>
        </p:nvSpPr>
        <p:spPr>
          <a:xfrm>
            <a:off x="389008" y="156771"/>
            <a:ext cx="6249917" cy="91167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b="1" sz="33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9" name="Google Shape;199;p41"/>
          <p:cNvSpPr txBox="1"/>
          <p:nvPr>
            <p:ph idx="11" type="ftr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00" name="Google Shape;200;p41"/>
          <p:cNvSpPr txBox="1"/>
          <p:nvPr>
            <p:ph idx="12" type="sldNum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07">
          <p15:clr>
            <a:srgbClr val="FBAE40"/>
          </p15:clr>
        </p15:guide>
        <p15:guide id="2" pos="2880">
          <p15:clr>
            <a:srgbClr val="FBAE40"/>
          </p15:clr>
        </p15:guide>
        <p15:guide id="3" pos="583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position personnalisée">
  <p:cSld name="Disposition personnalisée"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42"/>
          <p:cNvSpPr txBox="1"/>
          <p:nvPr>
            <p:ph type="title"/>
          </p:nvPr>
        </p:nvSpPr>
        <p:spPr>
          <a:xfrm>
            <a:off x="389008" y="156772"/>
            <a:ext cx="8126342" cy="86097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4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09" name="Google Shape;209;p4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10" name="Google Shape;210;p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4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13" name="Google Shape;213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6" name="Google Shape;216;p4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7" name="Google Shape;217;p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0" name="Google Shape;220;p4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21" name="Google Shape;221;p4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22" name="Google Shape;222;p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5" name="Google Shape;225;p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4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28" name="Google Shape;228;p4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29" name="Google Shape;229;p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5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32" name="Google Shape;232;p5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5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5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36" name="Google Shape;236;p5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37" name="Google Shape;237;p5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8" name="Google Shape;238;p5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5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241" name="Google Shape;241;p5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5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44" name="Google Shape;244;p5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5" name="Google Shape;245;p5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5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theme" Target="../theme/theme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29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1.xml"/><Relationship Id="rId3" Type="http://schemas.openxmlformats.org/officeDocument/2006/relationships/slideLayout" Target="../slideLayouts/slideLayout22.xml"/><Relationship Id="rId4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6.xml"/><Relationship Id="rId8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3"/>
          <p:cNvSpPr txBox="1"/>
          <p:nvPr>
            <p:ph idx="11" type="ftr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p23"/>
          <p:cNvSpPr txBox="1"/>
          <p:nvPr>
            <p:ph idx="12" type="sldNum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" name="Google Shape;8;p23"/>
          <p:cNvSpPr txBox="1"/>
          <p:nvPr>
            <p:ph type="title"/>
          </p:nvPr>
        </p:nvSpPr>
        <p:spPr>
          <a:xfrm>
            <a:off x="389008" y="156772"/>
            <a:ext cx="8126342" cy="86097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b="1" i="0" sz="33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5" name="Google Shape;205;p4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6" name="Google Shape;206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17.png"/><Relationship Id="rId5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docs.google.com/spreadsheets/d/1HpD7qHuIkdIG_P3_6NIcxWCqnlouHi-g/edit?usp=share_link&amp;ouid=114326005369951511821&amp;rtpof=true&amp;sd=true" TargetMode="External"/><Relationship Id="rId4" Type="http://schemas.openxmlformats.org/officeDocument/2006/relationships/hyperlink" Target="https://docs.google.com/spreadsheets/d/1HpD7qHuIkdIG_P3_6NIcxWCqnlouHi-g/edit?usp=share_link&amp;ouid=114326005369951511821&amp;rtpof=true&amp;sd=true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1.png"/><Relationship Id="rId4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jp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3" name="Google Shape;253;p1" title="Image de bâtiment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20784" r="20784" t="0"/>
          <a:stretch/>
        </p:blipFill>
        <p:spPr>
          <a:xfrm>
            <a:off x="1262549" y="645708"/>
            <a:ext cx="3321392" cy="3852817"/>
          </a:xfrm>
          <a:prstGeom prst="rect">
            <a:avLst/>
          </a:prstGeom>
          <a:noFill/>
          <a:ln>
            <a:noFill/>
          </a:ln>
        </p:spPr>
      </p:pic>
      <p:sp>
        <p:nvSpPr>
          <p:cNvPr descr="Hexagone de couleur foncée unie au milieu d’accentuation d’image" id="254" name="Google Shape;254;p1"/>
          <p:cNvSpPr/>
          <p:nvPr/>
        </p:nvSpPr>
        <p:spPr>
          <a:xfrm rot="-5400000">
            <a:off x="2009777" y="1791686"/>
            <a:ext cx="1809749" cy="1560129"/>
          </a:xfrm>
          <a:prstGeom prst="hexagon">
            <a:avLst>
              <a:gd fmla="val 25000" name="adj"/>
              <a:gd fmla="val 115470" name="vf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"/>
          <p:cNvSpPr txBox="1"/>
          <p:nvPr>
            <p:ph type="ctrTitle"/>
          </p:nvPr>
        </p:nvSpPr>
        <p:spPr>
          <a:xfrm>
            <a:off x="4781791" y="1504563"/>
            <a:ext cx="3640180" cy="121218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68575" spcFirstLastPara="1" rIns="68575" wrap="square" tIns="3427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alibri"/>
              <a:buNone/>
            </a:pPr>
            <a:r>
              <a:rPr lang="en-GB"/>
              <a:t>Création et utilisation de la base de données</a:t>
            </a:r>
            <a:endParaRPr/>
          </a:p>
        </p:txBody>
      </p:sp>
      <p:sp>
        <p:nvSpPr>
          <p:cNvPr id="256" name="Google Shape;256;p1"/>
          <p:cNvSpPr txBox="1"/>
          <p:nvPr>
            <p:ph idx="1" type="subTitle"/>
          </p:nvPr>
        </p:nvSpPr>
        <p:spPr>
          <a:xfrm>
            <a:off x="4781411" y="2730749"/>
            <a:ext cx="3640754" cy="94318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/>
              <a:t>Abdelrasoul Mahmoud</a:t>
            </a:r>
            <a:endParaRPr/>
          </a:p>
        </p:txBody>
      </p:sp>
      <p:pic>
        <p:nvPicPr>
          <p:cNvPr descr="https://lh5.googleusercontent.com/TcdnvzxQ7ulQo8GiFwfIKujloK6EfAJv7ikP-EvnfdTVQnROS3WXw6XSx9Cpd73e_l7GCUAnbxroB-qlzG2fvYdCyl-Y5QZ95MpiD-GfDN-4taJyHRqsr3vOZzc3ONTBu52b0HIdUOMeHvdHiA_5tD0" id="257" name="Google Shape;257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40217" y="3713672"/>
            <a:ext cx="4303784" cy="142982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lh5.googleusercontent.com/TcdnvzxQ7ulQo8GiFwfIKujloK6EfAJv7ikP-EvnfdTVQnROS3WXw6XSx9Cpd73e_l7GCUAnbxroB-qlzG2fvYdCyl-Y5QZ95MpiD-GfDN-4taJyHRqsr3vOZzc3ONTBu52b0HIdUOMeHvdHiA_5tD0" id="258" name="Google Shape;258;p1"/>
          <p:cNvPicPr preferRelativeResize="0"/>
          <p:nvPr/>
        </p:nvPicPr>
        <p:blipFill rotWithShape="1">
          <a:blip r:embed="rId5">
            <a:alphaModFix/>
          </a:blip>
          <a:srcRect b="13972" l="11387" r="63940" t="12667"/>
          <a:stretch/>
        </p:blipFill>
        <p:spPr>
          <a:xfrm>
            <a:off x="1979722" y="1607746"/>
            <a:ext cx="1801842" cy="17798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"/>
          <p:cNvSpPr txBox="1"/>
          <p:nvPr>
            <p:ph type="title"/>
          </p:nvPr>
        </p:nvSpPr>
        <p:spPr>
          <a:xfrm>
            <a:off x="398533" y="679611"/>
            <a:ext cx="5506967" cy="91167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en-GB"/>
              <a:t>Contexte du projet</a:t>
            </a:r>
            <a:endParaRPr/>
          </a:p>
        </p:txBody>
      </p:sp>
      <p:sp>
        <p:nvSpPr>
          <p:cNvPr id="265" name="Google Shape;265;p2"/>
          <p:cNvSpPr txBox="1"/>
          <p:nvPr>
            <p:ph idx="2" type="body"/>
          </p:nvPr>
        </p:nvSpPr>
        <p:spPr>
          <a:xfrm>
            <a:off x="0" y="1803509"/>
            <a:ext cx="4953000" cy="45667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n-GB" sz="1200">
                <a:solidFill>
                  <a:schemeClr val="dk1"/>
                </a:solidFill>
              </a:rPr>
              <a:t>Dans un marché immobilier compétitif, Laplace Immo souhaite exploiter les données de transactions pour affiner sa stratégie et renforcer son positionnement en </a:t>
            </a:r>
            <a:r>
              <a:rPr lang="en-GB" sz="1200">
                <a:solidFill>
                  <a:schemeClr val="dk1"/>
                </a:solidFill>
              </a:rPr>
              <a:t>réalisant</a:t>
            </a:r>
            <a:r>
              <a:rPr lang="en-GB" sz="1200">
                <a:solidFill>
                  <a:schemeClr val="dk1"/>
                </a:solidFill>
              </a:rPr>
              <a:t> les objectifs suivants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266" name="Google Shape;266;p2"/>
          <p:cNvSpPr txBox="1"/>
          <p:nvPr>
            <p:ph idx="1" type="body"/>
          </p:nvPr>
        </p:nvSpPr>
        <p:spPr>
          <a:xfrm>
            <a:off x="-1" y="2472404"/>
            <a:ext cx="4841899" cy="232391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lnSpcReduction="10000"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E26064"/>
              </a:buClr>
              <a:buSzPts val="1800"/>
              <a:buChar char="•"/>
            </a:pPr>
            <a:r>
              <a:rPr lang="en-GB" sz="1200"/>
              <a:t>Mise en place de l'infrastructure technique afin de centraliser les données des transactions immobilières en France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E26064"/>
              </a:buClr>
              <a:buSzPts val="1800"/>
              <a:buChar char="•"/>
            </a:pPr>
            <a:r>
              <a:rPr lang="en-GB" sz="1200"/>
              <a:t>Analyse exploratoire du marché immobilier ( </a:t>
            </a:r>
            <a:r>
              <a:rPr i="1" lang="en-GB" sz="1000"/>
              <a:t>ex. ventes d’appartements par période et par </a:t>
            </a:r>
            <a:r>
              <a:rPr i="1" lang="en-GB" sz="1000"/>
              <a:t>région</a:t>
            </a:r>
            <a:r>
              <a:rPr i="1" lang="en-GB" sz="1000"/>
              <a:t>, les communes et départements les plus dynamiques..etc</a:t>
            </a:r>
            <a:r>
              <a:rPr lang="en-GB" sz="1200"/>
              <a:t>)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E26064"/>
              </a:buClr>
              <a:buSzPts val="1800"/>
              <a:buChar char="•"/>
            </a:pPr>
            <a:r>
              <a:rPr lang="en-GB" sz="1200"/>
              <a:t>Analyse des prix immobiliers(</a:t>
            </a:r>
            <a:r>
              <a:rPr i="1" lang="en-GB" sz="1000"/>
              <a:t>ex. prix moyens au mètre carré par région, les zones où le prix est le plus élevé)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E26064"/>
              </a:buClr>
              <a:buSzPts val="1800"/>
              <a:buChar char="•"/>
            </a:pPr>
            <a:r>
              <a:rPr lang="en-GB" sz="1200"/>
              <a:t>Déterminer</a:t>
            </a:r>
            <a:r>
              <a:rPr lang="en-GB" sz="1200"/>
              <a:t> les Indicateurs avancés pour la prise de </a:t>
            </a:r>
            <a:r>
              <a:rPr lang="en-GB" sz="1200"/>
              <a:t>décision</a:t>
            </a:r>
            <a:r>
              <a:rPr lang="en-GB" sz="1200"/>
              <a:t> (</a:t>
            </a:r>
            <a:r>
              <a:rPr lang="en-GB" sz="1050"/>
              <a:t>ex. les régions selon les prix des biens des pieces differentes</a:t>
            </a:r>
            <a:r>
              <a:rPr lang="en-GB" sz="1200"/>
              <a:t>)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E26064"/>
              </a:buClr>
              <a:buSzPts val="1800"/>
              <a:buChar char="•"/>
            </a:pPr>
            <a:r>
              <a:rPr lang="en-GB" sz="1200"/>
              <a:t>Conformité et fiabilité (</a:t>
            </a:r>
            <a:r>
              <a:rPr lang="en-GB" sz="1000"/>
              <a:t>ex. RGPD et </a:t>
            </a:r>
            <a:r>
              <a:rPr lang="en-GB" sz="1000"/>
              <a:t>stratégie</a:t>
            </a:r>
            <a:r>
              <a:rPr lang="en-GB" sz="1000"/>
              <a:t> de sauvegarde</a:t>
            </a:r>
            <a:r>
              <a:rPr lang="en-GB" sz="1200"/>
              <a:t>)</a:t>
            </a:r>
            <a:endParaRPr/>
          </a:p>
        </p:txBody>
      </p:sp>
      <p:pic>
        <p:nvPicPr>
          <p:cNvPr id="267" name="Google Shape;267;p2" title="Horizon"/>
          <p:cNvPicPr preferRelativeResize="0"/>
          <p:nvPr>
            <p:ph idx="3" type="pic"/>
          </p:nvPr>
        </p:nvPicPr>
        <p:blipFill rotWithShape="1">
          <a:blip r:embed="rId3">
            <a:alphaModFix/>
          </a:blip>
          <a:srcRect b="0" l="23312" r="23313" t="0"/>
          <a:stretch/>
        </p:blipFill>
        <p:spPr>
          <a:xfrm>
            <a:off x="4953000" y="0"/>
            <a:ext cx="4191000" cy="5154187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pic>
      <p:sp>
        <p:nvSpPr>
          <p:cNvPr id="268" name="Google Shape;268;p2"/>
          <p:cNvSpPr txBox="1"/>
          <p:nvPr>
            <p:ph idx="11" type="ftr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/>
              <a:t>Ajouter un pied de page</a:t>
            </a:r>
            <a:endParaRPr/>
          </a:p>
        </p:txBody>
      </p:sp>
      <p:sp>
        <p:nvSpPr>
          <p:cNvPr id="269" name="Google Shape;269;p2"/>
          <p:cNvSpPr txBox="1"/>
          <p:nvPr>
            <p:ph idx="12" type="sldNum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"/>
          <p:cNvSpPr txBox="1"/>
          <p:nvPr>
            <p:ph type="title"/>
          </p:nvPr>
        </p:nvSpPr>
        <p:spPr>
          <a:xfrm>
            <a:off x="389008" y="156771"/>
            <a:ext cx="4689794" cy="86097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</a:pPr>
            <a:r>
              <a:rPr b="0" lang="en-GB" sz="2000"/>
              <a:t>La stratégie de sauvegarde et la conformité RGPD</a:t>
            </a:r>
            <a:endParaRPr b="0" sz="2000"/>
          </a:p>
        </p:txBody>
      </p:sp>
      <p:sp>
        <p:nvSpPr>
          <p:cNvPr id="276" name="Google Shape;276;p3"/>
          <p:cNvSpPr txBox="1"/>
          <p:nvPr>
            <p:ph idx="2" type="body"/>
          </p:nvPr>
        </p:nvSpPr>
        <p:spPr>
          <a:xfrm>
            <a:off x="389008" y="1108734"/>
            <a:ext cx="7502264" cy="351820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1143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</a:pPr>
            <a:r>
              <a:rPr b="1" lang="en-GB" sz="1200"/>
              <a:t>🔐 Stratégie de sauvegarde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E26064"/>
              </a:buClr>
              <a:buSzPts val="1800"/>
              <a:buChar char="•"/>
            </a:pPr>
            <a:r>
              <a:rPr lang="en-GB" sz="1200"/>
              <a:t>Mise en place de sauvegardes régulières et automatisées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E26064"/>
              </a:buClr>
              <a:buSzPts val="1800"/>
              <a:buChar char="•"/>
            </a:pPr>
            <a:r>
              <a:rPr lang="en-GB" sz="1200"/>
              <a:t>Utilisation d’un stockage sécurisé (sur site ou cloud)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E26064"/>
              </a:buClr>
              <a:buSzPts val="1800"/>
              <a:buChar char="•"/>
            </a:pPr>
            <a:r>
              <a:rPr lang="en-GB" sz="1200"/>
              <a:t>Versioning pour permettre la restauration des données en cas d'erreur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E26064"/>
              </a:buClr>
              <a:buSzPts val="1800"/>
              <a:buChar char="•"/>
            </a:pPr>
            <a:r>
              <a:rPr lang="en-GB" sz="1200"/>
              <a:t>Tests réguliers de restauration pour valider la fiabilité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E26064"/>
              </a:buClr>
              <a:buSzPts val="1800"/>
              <a:buNone/>
            </a:pPr>
            <a:r>
              <a:t/>
            </a:r>
            <a:endParaRPr sz="1200"/>
          </a:p>
          <a:p>
            <a:pPr indent="0" lvl="0" marL="1143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</a:pPr>
            <a:r>
              <a:rPr b="1" lang="en-GB" sz="1200"/>
              <a:t>✅ Conformité RGPD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E26064"/>
              </a:buClr>
              <a:buSzPts val="1800"/>
              <a:buChar char="•"/>
            </a:pPr>
            <a:r>
              <a:rPr lang="en-GB" sz="1200"/>
              <a:t>Anonymisation ou pseudonymisation des données sensibles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E26064"/>
              </a:buClr>
              <a:buSzPts val="1800"/>
              <a:buChar char="•"/>
            </a:pPr>
            <a:r>
              <a:rPr lang="en-GB" sz="1200"/>
              <a:t>Limitation de la durée de conservation des données (principe de minimisation)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E26064"/>
              </a:buClr>
              <a:buSzPts val="1800"/>
              <a:buChar char="•"/>
            </a:pPr>
            <a:r>
              <a:rPr lang="en-GB" sz="1200"/>
              <a:t>Droits garantis pour les utilisateurs : accès, rectification, suppression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E26064"/>
              </a:buClr>
              <a:buSzPts val="1800"/>
              <a:buChar char="•"/>
            </a:pPr>
            <a:r>
              <a:rPr lang="en-GB" sz="1200"/>
              <a:t>Journalisation des accès et des traitements (auditabilité)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E26064"/>
              </a:buClr>
              <a:buSzPts val="1800"/>
              <a:buChar char="•"/>
            </a:pPr>
            <a:r>
              <a:rPr lang="en-GB" sz="1200"/>
              <a:t>Aucune collecte de données personnelles non nécessaires au projet</a:t>
            </a:r>
            <a:endParaRPr/>
          </a:p>
          <a:p>
            <a:pPr indent="-6350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200"/>
          </a:p>
        </p:txBody>
      </p:sp>
      <p:sp>
        <p:nvSpPr>
          <p:cNvPr id="277" name="Google Shape;277;p3"/>
          <p:cNvSpPr txBox="1"/>
          <p:nvPr>
            <p:ph idx="11" type="ftr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i="0" lang="en-GB" sz="900" u="none" cap="none" strike="noStrik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Ajouter un pied de page</a:t>
            </a:r>
            <a:endParaRPr/>
          </a:p>
        </p:txBody>
      </p:sp>
      <p:sp>
        <p:nvSpPr>
          <p:cNvPr id="278" name="Google Shape;278;p3"/>
          <p:cNvSpPr txBox="1"/>
          <p:nvPr>
            <p:ph idx="12" type="sldNum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b="0" i="0" lang="en-GB" sz="900" u="none" cap="none" strike="noStrik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900" u="none" cap="none" strike="noStrike">
              <a:solidFill>
                <a:srgbClr val="9E9E9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4"/>
          <p:cNvSpPr txBox="1"/>
          <p:nvPr>
            <p:ph type="title"/>
          </p:nvPr>
        </p:nvSpPr>
        <p:spPr>
          <a:xfrm>
            <a:off x="389008" y="156771"/>
            <a:ext cx="4689794" cy="86097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b="0" lang="en-GB" sz="2000"/>
              <a:t>Les données initiales</a:t>
            </a:r>
            <a:endParaRPr b="0" sz="2000"/>
          </a:p>
        </p:txBody>
      </p:sp>
      <p:sp>
        <p:nvSpPr>
          <p:cNvPr id="285" name="Google Shape;285;p4"/>
          <p:cNvSpPr txBox="1"/>
          <p:nvPr>
            <p:ph idx="2" type="body"/>
          </p:nvPr>
        </p:nvSpPr>
        <p:spPr>
          <a:xfrm>
            <a:off x="389008" y="1142239"/>
            <a:ext cx="6978592" cy="350053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92500" lnSpcReduction="20000"/>
          </a:bodyPr>
          <a:lstStyle/>
          <a:p>
            <a:pPr indent="0" lvl="0" marL="1143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ct val="163636"/>
              <a:buNone/>
            </a:pPr>
            <a:r>
              <a:rPr b="1" lang="en-GB" sz="1100"/>
              <a:t>📄 Valeurs foncières (transactions immobilières)</a:t>
            </a:r>
            <a:endParaRPr/>
          </a:p>
          <a:p>
            <a:pPr indent="-334327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ct val="163636"/>
              <a:buFont typeface="Arial"/>
              <a:buChar char="•"/>
            </a:pPr>
            <a:r>
              <a:rPr b="1" lang="en-GB" sz="1100"/>
              <a:t>Fichier</a:t>
            </a:r>
            <a:r>
              <a:rPr lang="en-GB" sz="1100"/>
              <a:t> : Valeurs-foncières.xlsx</a:t>
            </a:r>
            <a:endParaRPr/>
          </a:p>
          <a:p>
            <a:pPr indent="-334327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ct val="163636"/>
              <a:buFont typeface="Arial"/>
              <a:buChar char="•"/>
            </a:pPr>
            <a:r>
              <a:rPr lang="en-GB" sz="1100"/>
              <a:t>Contient les transactions immobilières (ventes de biens) avec des détails : prix, surface, type de bien, localisation, etc.</a:t>
            </a:r>
            <a:endParaRPr/>
          </a:p>
          <a:p>
            <a:pPr indent="-334327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ct val="163636"/>
              <a:buFont typeface="Arial"/>
              <a:buChar char="•"/>
            </a:pPr>
            <a:r>
              <a:rPr lang="en-GB" sz="1100"/>
              <a:t>Utilisé pour les analyses de prix au m², volume de ventes, etc.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ct val="163636"/>
              <a:buNone/>
            </a:pPr>
            <a:r>
              <a:rPr b="1" lang="en-GB" sz="1100"/>
              <a:t>🌍 Référentiel géographique</a:t>
            </a:r>
            <a:endParaRPr/>
          </a:p>
          <a:p>
            <a:pPr indent="-334327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ct val="163636"/>
              <a:buFont typeface="Arial"/>
              <a:buChar char="•"/>
            </a:pPr>
            <a:r>
              <a:rPr b="1" lang="en-GB" sz="1100"/>
              <a:t>Fichier</a:t>
            </a:r>
            <a:r>
              <a:rPr lang="en-GB" sz="1100"/>
              <a:t> : fr-esr-</a:t>
            </a:r>
            <a:r>
              <a:rPr lang="en-GB" sz="1100"/>
              <a:t>référentiel</a:t>
            </a:r>
            <a:r>
              <a:rPr lang="en-GB" sz="1100"/>
              <a:t>-</a:t>
            </a:r>
            <a:r>
              <a:rPr lang="en-GB" sz="1100"/>
              <a:t>géographique</a:t>
            </a:r>
            <a:r>
              <a:rPr lang="en-GB" sz="1100"/>
              <a:t>.xlsx</a:t>
            </a:r>
            <a:endParaRPr/>
          </a:p>
          <a:p>
            <a:pPr indent="-334327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ct val="163636"/>
              <a:buFont typeface="Arial"/>
              <a:buChar char="•"/>
            </a:pPr>
            <a:r>
              <a:rPr lang="en-GB" sz="1100"/>
              <a:t>Base de référence pour les régions, départements et communes françaises</a:t>
            </a:r>
            <a:endParaRPr/>
          </a:p>
          <a:p>
            <a:pPr indent="-334327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ct val="163636"/>
              <a:buFont typeface="Arial"/>
              <a:buChar char="•"/>
            </a:pPr>
            <a:r>
              <a:rPr lang="en-GB" sz="1100"/>
              <a:t>Permet de relier les transactions à leur contexte géographique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ct val="163636"/>
              <a:buNone/>
            </a:pPr>
            <a:r>
              <a:rPr b="1" lang="en-GB" sz="1100"/>
              <a:t>🏘️ Données des communes</a:t>
            </a:r>
            <a:endParaRPr/>
          </a:p>
          <a:p>
            <a:pPr indent="-334327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ct val="163636"/>
              <a:buFont typeface="Arial"/>
              <a:buChar char="•"/>
            </a:pPr>
            <a:r>
              <a:rPr b="1" lang="en-GB" sz="1100"/>
              <a:t>Fichier</a:t>
            </a:r>
            <a:r>
              <a:rPr lang="en-GB" sz="1100"/>
              <a:t> : </a:t>
            </a:r>
            <a:r>
              <a:rPr lang="en-GB" sz="1100"/>
              <a:t>donnees communes</a:t>
            </a:r>
            <a:r>
              <a:rPr lang="en-GB" sz="1100"/>
              <a:t>.xlsx</a:t>
            </a:r>
            <a:endParaRPr/>
          </a:p>
          <a:p>
            <a:pPr indent="-334327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ct val="163636"/>
              <a:buFont typeface="Arial"/>
              <a:buChar char="•"/>
            </a:pPr>
            <a:r>
              <a:rPr lang="en-GB" sz="1100"/>
              <a:t>Données sociodémographiques sur les communes : population, densité, etc.</a:t>
            </a:r>
            <a:endParaRPr/>
          </a:p>
          <a:p>
            <a:pPr indent="-334327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ct val="163636"/>
              <a:buFont typeface="Arial"/>
              <a:buChar char="•"/>
            </a:pPr>
            <a:r>
              <a:rPr lang="en-GB" sz="1100"/>
              <a:t>Sert pour les analyses comme le ratio transactions / habitants</a:t>
            </a:r>
            <a:endParaRPr/>
          </a:p>
          <a:p>
            <a:pPr indent="-6350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63636"/>
              <a:buNone/>
            </a:pPr>
            <a:r>
              <a:t/>
            </a:r>
            <a:endParaRPr sz="1100"/>
          </a:p>
        </p:txBody>
      </p:sp>
      <p:sp>
        <p:nvSpPr>
          <p:cNvPr id="286" name="Google Shape;286;p4"/>
          <p:cNvSpPr txBox="1"/>
          <p:nvPr>
            <p:ph idx="11" type="ftr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i="0" lang="en-GB" sz="900" u="none" cap="none" strike="noStrik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Ajouter un pied de page</a:t>
            </a:r>
            <a:endParaRPr/>
          </a:p>
        </p:txBody>
      </p:sp>
      <p:sp>
        <p:nvSpPr>
          <p:cNvPr id="287" name="Google Shape;287;p4"/>
          <p:cNvSpPr txBox="1"/>
          <p:nvPr>
            <p:ph idx="12" type="sldNum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b="0" i="0" lang="en-GB" sz="900" u="none" cap="none" strike="noStrik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900" u="none" cap="none" strike="noStrike">
              <a:solidFill>
                <a:srgbClr val="9E9E9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5"/>
          <p:cNvSpPr txBox="1"/>
          <p:nvPr>
            <p:ph type="title"/>
          </p:nvPr>
        </p:nvSpPr>
        <p:spPr>
          <a:xfrm>
            <a:off x="361016" y="212754"/>
            <a:ext cx="4689794" cy="86097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</a:pPr>
            <a:r>
              <a:rPr b="0" lang="en-GB" sz="2000"/>
              <a:t>L’extrait du dictionnaire des données</a:t>
            </a:r>
            <a:endParaRPr b="0" sz="2000"/>
          </a:p>
        </p:txBody>
      </p:sp>
      <p:sp>
        <p:nvSpPr>
          <p:cNvPr id="294" name="Google Shape;294;p5"/>
          <p:cNvSpPr txBox="1"/>
          <p:nvPr>
            <p:ph idx="11" type="ftr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i="0" lang="en-GB" sz="900" u="none" cap="none" strike="noStrik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Ajouter un pied de page</a:t>
            </a:r>
            <a:endParaRPr/>
          </a:p>
        </p:txBody>
      </p:sp>
      <p:sp>
        <p:nvSpPr>
          <p:cNvPr id="295" name="Google Shape;295;p5"/>
          <p:cNvSpPr txBox="1"/>
          <p:nvPr>
            <p:ph idx="12" type="sldNum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b="0" i="0" lang="en-GB" sz="900" u="none" cap="none" strike="noStrik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900" u="none" cap="none" strike="noStrike">
              <a:solidFill>
                <a:srgbClr val="9E9E9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96" name="Google Shape;296;p5"/>
          <p:cNvGraphicFramePr/>
          <p:nvPr/>
        </p:nvGraphicFramePr>
        <p:xfrm>
          <a:off x="480605" y="142022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{A82F3EA6-17C1-43AA-A908-EA6A1B0BE1F1}</a:tableStyleId>
              </a:tblPr>
              <a:tblGrid>
                <a:gridCol w="1393925"/>
                <a:gridCol w="1393925"/>
                <a:gridCol w="1393925"/>
                <a:gridCol w="1393925"/>
                <a:gridCol w="1393925"/>
              </a:tblGrid>
              <a:tr h="490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50" u="none" cap="none" strike="noStrike"/>
                        <a:t>Code</a:t>
                      </a:r>
                      <a:endParaRPr sz="105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50" u="none" cap="none" strike="noStrike"/>
                        <a:t>Signification</a:t>
                      </a:r>
                      <a:endParaRPr sz="105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50" u="none" cap="none" strike="noStrike"/>
                        <a:t>Type</a:t>
                      </a:r>
                      <a:endParaRPr sz="105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50" u="none" cap="none" strike="noStrike"/>
                        <a:t>Nature</a:t>
                      </a:r>
                      <a:endParaRPr sz="105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50" u="none" cap="none" strike="noStrike"/>
                        <a:t>Règle de gestion</a:t>
                      </a:r>
                      <a:endParaRPr sz="105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0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 u="none" cap="none" strike="noStrike"/>
                        <a:t>Id_bien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 u="none" cap="none" strike="noStrike"/>
                        <a:t>ID dans la base de données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 u="none" cap="none" strike="noStrike"/>
                        <a:t>Integer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 u="none" cap="none" strike="noStrike"/>
                        <a:t>Élémentaire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 u="none" cap="none" strike="noStrike"/>
                        <a:t>Ne doit pas être nul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0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 u="none" cap="none" strike="noStrike"/>
                        <a:t>Id_vente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 u="none" cap="none" strike="noStrike"/>
                        <a:t>ID dans la base de données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 u="none" cap="none" strike="noStrike"/>
                        <a:t>Integer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 u="none" cap="none" strike="noStrike"/>
                        <a:t>Élémentaire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 u="none" cap="none" strike="noStrike"/>
                        <a:t>Doit être une date valide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0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 u="none" cap="none" strike="noStrike"/>
                        <a:t>Valeur_fonciere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 u="none" cap="none" strike="noStrike"/>
                        <a:t>Montant de la vente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 u="none" cap="none" strike="noStrike"/>
                        <a:t>Integer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 u="none" cap="none" strike="noStrike"/>
                        <a:t>Élémentaire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 u="none" cap="none" strike="noStrike"/>
                        <a:t>Doit être supérieur à 0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0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 u="none" cap="none" strike="noStrike"/>
                        <a:t>Code_postal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 u="none" cap="none" strike="noStrike"/>
                        <a:t>Code postal du bien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 u="none" cap="none" strike="noStrike"/>
                        <a:t>Integer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 u="none" cap="none" strike="noStrike"/>
                        <a:t>Élémentaire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 u="none" cap="none" strike="noStrike"/>
                        <a:t>Doit exister dans la base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0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 u="none" cap="none" strike="noStrike"/>
                        <a:t>Surface_carre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 u="none" cap="none" strike="noStrike"/>
                        <a:t>Surface du bien en m²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 u="none" cap="none" strike="noStrike"/>
                        <a:t>Float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 u="none" cap="none" strike="noStrike"/>
                        <a:t>Élémentaire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 u="none" cap="none" strike="noStrike"/>
                        <a:t>Doit être &gt; 0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0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 u="none" cap="none" strike="noStrike"/>
                        <a:t>Date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 u="none" cap="none" strike="noStrike"/>
                        <a:t>Date de la transaction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 u="none" cap="none" strike="noStrike"/>
                        <a:t>Date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 u="none" cap="none" strike="noStrike"/>
                        <a:t>Élémentaire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 u="none" cap="none" strike="noStrike"/>
                        <a:t>Doit être une date valide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97" name="Google Shape;297;p5">
            <a:hlinkClick r:id="rId3"/>
          </p:cNvPr>
          <p:cNvSpPr txBox="1"/>
          <p:nvPr/>
        </p:nvSpPr>
        <p:spPr>
          <a:xfrm>
            <a:off x="3339997" y="4794440"/>
            <a:ext cx="152051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sng" cap="none" strike="noStrike">
                <a:solidFill>
                  <a:srgbClr val="256AFF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Dictionnaire.xlsx</a:t>
            </a:r>
            <a:endParaRPr b="0" i="0" sz="1400" u="none" cap="none" strike="noStrike">
              <a:solidFill>
                <a:srgbClr val="256A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6"/>
          <p:cNvSpPr txBox="1"/>
          <p:nvPr>
            <p:ph type="title"/>
          </p:nvPr>
        </p:nvSpPr>
        <p:spPr>
          <a:xfrm>
            <a:off x="139959" y="-328096"/>
            <a:ext cx="6084944" cy="86097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</a:pPr>
            <a:r>
              <a:rPr b="0" lang="en-GB" sz="2000"/>
              <a:t>Le schéma relationnel normalisé</a:t>
            </a:r>
            <a:endParaRPr b="0" sz="2000"/>
          </a:p>
        </p:txBody>
      </p:sp>
      <p:sp>
        <p:nvSpPr>
          <p:cNvPr id="304" name="Google Shape;304;p6"/>
          <p:cNvSpPr txBox="1"/>
          <p:nvPr>
            <p:ph idx="11" type="ftr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i="0" lang="en-GB" sz="900" u="none" cap="none" strike="noStrik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Ajouter un pied de page</a:t>
            </a:r>
            <a:endParaRPr/>
          </a:p>
        </p:txBody>
      </p:sp>
      <p:sp>
        <p:nvSpPr>
          <p:cNvPr id="305" name="Google Shape;305;p6"/>
          <p:cNvSpPr txBox="1"/>
          <p:nvPr>
            <p:ph idx="12" type="sldNum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b="0" i="0" lang="en-GB" sz="900" u="none" cap="none" strike="noStrik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900" u="none" cap="none" strike="noStrike">
              <a:solidFill>
                <a:srgbClr val="9E9E9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diagram of a computer&#10;&#10;AI-generated content may be incorrect." id="306" name="Google Shape;306;p6"/>
          <p:cNvPicPr preferRelativeResize="0"/>
          <p:nvPr/>
        </p:nvPicPr>
        <p:blipFill rotWithShape="1">
          <a:blip r:embed="rId3">
            <a:alphaModFix/>
          </a:blip>
          <a:srcRect b="0" l="0" r="0" t="2338"/>
          <a:stretch/>
        </p:blipFill>
        <p:spPr>
          <a:xfrm>
            <a:off x="0" y="804672"/>
            <a:ext cx="9144000" cy="43388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7"/>
          <p:cNvSpPr txBox="1"/>
          <p:nvPr>
            <p:ph type="title"/>
          </p:nvPr>
        </p:nvSpPr>
        <p:spPr>
          <a:xfrm>
            <a:off x="325000" y="252358"/>
            <a:ext cx="4689794" cy="86097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</a:pPr>
            <a:r>
              <a:rPr b="0" lang="en-GB" sz="2000"/>
              <a:t>La base de données avec les tables créées et les données chargées</a:t>
            </a:r>
            <a:endParaRPr b="0" sz="2000"/>
          </a:p>
        </p:txBody>
      </p:sp>
      <p:sp>
        <p:nvSpPr>
          <p:cNvPr id="313" name="Google Shape;313;p7"/>
          <p:cNvSpPr txBox="1"/>
          <p:nvPr>
            <p:ph idx="2" type="body"/>
          </p:nvPr>
        </p:nvSpPr>
        <p:spPr>
          <a:xfrm>
            <a:off x="454531" y="1424739"/>
            <a:ext cx="6978592" cy="303591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1143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</a:pPr>
            <a:r>
              <a:rPr lang="en-GB" sz="1200"/>
              <a:t>🧱 </a:t>
            </a:r>
            <a:r>
              <a:rPr b="1" lang="en-GB" sz="1200"/>
              <a:t>Structure relationnelle mise en place :</a:t>
            </a:r>
            <a:endParaRPr sz="1200"/>
          </a:p>
          <a:p>
            <a:pPr indent="-3429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Char char="•"/>
            </a:pPr>
            <a:r>
              <a:rPr lang="en-GB" sz="1200"/>
              <a:t>Modèle avec table de faits (FactVente) et dimensions</a:t>
            </a:r>
            <a:endParaRPr/>
          </a:p>
          <a:p>
            <a:pPr indent="-3429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Char char="•"/>
            </a:pPr>
            <a:r>
              <a:rPr lang="en-GB" sz="1200"/>
              <a:t>Respect des contraintes d'intégrité (clés primaires/étrangères)</a:t>
            </a:r>
            <a:endParaRPr/>
          </a:p>
          <a:p>
            <a:pPr indent="-3429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Char char="•"/>
            </a:pPr>
            <a:r>
              <a:rPr lang="en-GB" sz="1200"/>
              <a:t>Relations hiérarchiques : bien → commune → département → region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200"/>
          </a:p>
          <a:p>
            <a:pPr indent="0" lvl="0" marL="1143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</a:pPr>
            <a:r>
              <a:rPr lang="en-GB" sz="1200"/>
              <a:t>🗃️ </a:t>
            </a:r>
            <a:r>
              <a:rPr b="1" lang="en-GB" sz="1200"/>
              <a:t>Tables principales :</a:t>
            </a:r>
            <a:endParaRPr sz="1200"/>
          </a:p>
          <a:p>
            <a:pPr indent="-3429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Char char="•"/>
            </a:pPr>
            <a:r>
              <a:rPr lang="en-GB" sz="1200"/>
              <a:t>FactVente : enregistre les ventes immobilières (date, valeur, bien)</a:t>
            </a:r>
            <a:endParaRPr/>
          </a:p>
          <a:p>
            <a:pPr indent="-3429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Char char="•"/>
            </a:pPr>
            <a:r>
              <a:rPr lang="en-GB" sz="1200"/>
              <a:t>DimBien : détails des biens (type, surface, adresse)</a:t>
            </a:r>
            <a:endParaRPr/>
          </a:p>
          <a:p>
            <a:pPr indent="-3429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Char char="•"/>
            </a:pPr>
            <a:r>
              <a:rPr lang="en-GB" sz="1200"/>
              <a:t>DimCommune, DimDepartement, DimRegion : géographie hiérarchique</a:t>
            </a:r>
            <a:endParaRPr/>
          </a:p>
        </p:txBody>
      </p:sp>
      <p:sp>
        <p:nvSpPr>
          <p:cNvPr id="314" name="Google Shape;314;p7"/>
          <p:cNvSpPr txBox="1"/>
          <p:nvPr>
            <p:ph idx="11" type="ftr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i="0" lang="en-GB" sz="900" u="none" cap="none" strike="noStrik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Ajouter un pied de page</a:t>
            </a:r>
            <a:endParaRPr/>
          </a:p>
        </p:txBody>
      </p:sp>
      <p:sp>
        <p:nvSpPr>
          <p:cNvPr id="315" name="Google Shape;315;p7"/>
          <p:cNvSpPr txBox="1"/>
          <p:nvPr>
            <p:ph idx="12" type="sldNum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b="0" i="0" lang="en-GB" sz="900" u="none" cap="none" strike="noStrik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900" u="none" cap="none" strike="noStrike">
              <a:solidFill>
                <a:srgbClr val="9E9E9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8"/>
          <p:cNvSpPr txBox="1"/>
          <p:nvPr>
            <p:ph type="title"/>
          </p:nvPr>
        </p:nvSpPr>
        <p:spPr>
          <a:xfrm>
            <a:off x="389008" y="156771"/>
            <a:ext cx="4689794" cy="86097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b="0" lang="en-GB" sz="2000"/>
              <a:t>Les requêtes ou screenshot qui permettent de démontrer le bon chargement des données</a:t>
            </a:r>
            <a:endParaRPr b="0" sz="2000"/>
          </a:p>
        </p:txBody>
      </p:sp>
      <p:sp>
        <p:nvSpPr>
          <p:cNvPr id="322" name="Google Shape;322;p8"/>
          <p:cNvSpPr txBox="1"/>
          <p:nvPr>
            <p:ph idx="2" type="body"/>
          </p:nvPr>
        </p:nvSpPr>
        <p:spPr>
          <a:xfrm>
            <a:off x="253897" y="1122987"/>
            <a:ext cx="6978592" cy="303591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1143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</a:pPr>
            <a:r>
              <a:rPr b="1" lang="en-GB" sz="1400"/>
              <a:t>🧪 1. Requêtes de vérification simples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323" name="Google Shape;323;p8"/>
          <p:cNvSpPr txBox="1"/>
          <p:nvPr>
            <p:ph idx="11" type="ftr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i="0" lang="en-GB" sz="900" u="none" cap="none" strike="noStrik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Ajouter un pied de page</a:t>
            </a:r>
            <a:endParaRPr/>
          </a:p>
        </p:txBody>
      </p:sp>
      <p:sp>
        <p:nvSpPr>
          <p:cNvPr id="324" name="Google Shape;324;p8"/>
          <p:cNvSpPr txBox="1"/>
          <p:nvPr>
            <p:ph idx="12" type="sldNum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b="0" i="0" lang="en-GB" sz="900" u="none" cap="none" strike="noStrik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900" u="none" cap="none" strike="noStrike">
              <a:solidFill>
                <a:srgbClr val="9E9E9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screenshot of a computer program&#10;&#10;AI-generated content may be incorrect." id="325" name="Google Shape;32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71742" y="1626111"/>
            <a:ext cx="4772258" cy="351739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AI-generated content may be incorrect." id="326" name="Google Shape;326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65314" y="1626110"/>
            <a:ext cx="4437056" cy="35173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2" name="Google Shape;332;p9" title="Image de bâtiment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20784" r="20784" t="0"/>
          <a:stretch/>
        </p:blipFill>
        <p:spPr>
          <a:xfrm>
            <a:off x="1262549" y="645708"/>
            <a:ext cx="3321392" cy="3852817"/>
          </a:xfrm>
          <a:prstGeom prst="rect">
            <a:avLst/>
          </a:prstGeom>
          <a:noFill/>
          <a:ln>
            <a:noFill/>
          </a:ln>
        </p:spPr>
      </p:pic>
      <p:sp>
        <p:nvSpPr>
          <p:cNvPr descr="Hexagone de couleur foncée unie au milieu d’accentuation d’image" id="333" name="Google Shape;333;p9"/>
          <p:cNvSpPr/>
          <p:nvPr/>
        </p:nvSpPr>
        <p:spPr>
          <a:xfrm rot="-5400000">
            <a:off x="2009777" y="1791686"/>
            <a:ext cx="1809749" cy="1560129"/>
          </a:xfrm>
          <a:prstGeom prst="hexagon">
            <a:avLst>
              <a:gd fmla="val 25000" name="adj"/>
              <a:gd fmla="val 115470" name="vf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9"/>
          <p:cNvSpPr txBox="1"/>
          <p:nvPr>
            <p:ph type="title"/>
          </p:nvPr>
        </p:nvSpPr>
        <p:spPr>
          <a:xfrm>
            <a:off x="4712882" y="1490565"/>
            <a:ext cx="3683725" cy="134239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Calibri"/>
              <a:buNone/>
            </a:pPr>
            <a:r>
              <a:rPr b="0" lang="en-GB">
                <a:latin typeface="Calibri"/>
                <a:ea typeface="Calibri"/>
                <a:cs typeface="Calibri"/>
                <a:sym typeface="Calibri"/>
              </a:rPr>
              <a:t>Requêtes SQL et résultats</a:t>
            </a:r>
            <a:endParaRPr/>
          </a:p>
        </p:txBody>
      </p:sp>
      <p:sp>
        <p:nvSpPr>
          <p:cNvPr descr="Hexagone de couleur foncée unie au milieu d’accentuation d’image" id="335" name="Google Shape;335;p9"/>
          <p:cNvSpPr/>
          <p:nvPr/>
        </p:nvSpPr>
        <p:spPr>
          <a:xfrm rot="-5400000">
            <a:off x="2009777" y="1791686"/>
            <a:ext cx="1809749" cy="1560129"/>
          </a:xfrm>
          <a:prstGeom prst="hexagon">
            <a:avLst>
              <a:gd fmla="val 25000" name="adj"/>
              <a:gd fmla="val 115470" name="vf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https://lh5.googleusercontent.com/TcdnvzxQ7ulQo8GiFwfIKujloK6EfAJv7ikP-EvnfdTVQnROS3WXw6XSx9Cpd73e_l7GCUAnbxroB-qlzG2fvYdCyl-Y5QZ95MpiD-GfDN-4taJyHRqsr3vOZzc3ONTBu52b0HIdUOMeHvdHiA_5tD0" id="336" name="Google Shape;336;p9"/>
          <p:cNvPicPr preferRelativeResize="0"/>
          <p:nvPr/>
        </p:nvPicPr>
        <p:blipFill rotWithShape="1">
          <a:blip r:embed="rId4">
            <a:alphaModFix/>
          </a:blip>
          <a:srcRect b="13972" l="11387" r="63940" t="12667"/>
          <a:stretch/>
        </p:blipFill>
        <p:spPr>
          <a:xfrm>
            <a:off x="1979722" y="1607746"/>
            <a:ext cx="1801842" cy="1779869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9"/>
          <p:cNvSpPr txBox="1"/>
          <p:nvPr>
            <p:ph idx="1" type="body"/>
          </p:nvPr>
        </p:nvSpPr>
        <p:spPr>
          <a:xfrm>
            <a:off x="4712882" y="2844035"/>
            <a:ext cx="3683725" cy="68293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10"/>
          <p:cNvSpPr txBox="1"/>
          <p:nvPr>
            <p:ph type="title"/>
          </p:nvPr>
        </p:nvSpPr>
        <p:spPr>
          <a:xfrm>
            <a:off x="390370" y="-430489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b="0" lang="en-GB" sz="2000"/>
              <a:t>Requête 1</a:t>
            </a:r>
            <a:endParaRPr sz="2000"/>
          </a:p>
        </p:txBody>
      </p:sp>
      <p:sp>
        <p:nvSpPr>
          <p:cNvPr id="344" name="Google Shape;344;p10"/>
          <p:cNvSpPr txBox="1"/>
          <p:nvPr>
            <p:ph idx="11" type="ftr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/>
              <a:t>Ajouter un pied de page</a:t>
            </a:r>
            <a:endParaRPr/>
          </a:p>
        </p:txBody>
      </p:sp>
      <p:sp>
        <p:nvSpPr>
          <p:cNvPr id="345" name="Google Shape;345;p10"/>
          <p:cNvSpPr txBox="1"/>
          <p:nvPr>
            <p:ph idx="12" type="sldNum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46" name="Google Shape;346;p10"/>
          <p:cNvSpPr txBox="1"/>
          <p:nvPr>
            <p:ph idx="1" type="body"/>
          </p:nvPr>
        </p:nvSpPr>
        <p:spPr>
          <a:xfrm>
            <a:off x="390370" y="460073"/>
            <a:ext cx="5526447" cy="45667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n-GB">
                <a:solidFill>
                  <a:srgbClr val="1F1F1F"/>
                </a:solidFill>
              </a:rPr>
              <a:t>B-1 Nombre total d’appartements vendus au 1er semestre 2020.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>
              <a:solidFill>
                <a:srgbClr val="1F1F1F"/>
              </a:solidFill>
            </a:endParaRPr>
          </a:p>
        </p:txBody>
      </p:sp>
      <p:pic>
        <p:nvPicPr>
          <p:cNvPr descr="A screenshot of a computer program&#10;&#10;AI-generated content may be incorrect." id="347" name="Google Shape;34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801346"/>
            <a:ext cx="9143999" cy="43421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11"/>
          <p:cNvSpPr txBox="1"/>
          <p:nvPr>
            <p:ph type="title"/>
          </p:nvPr>
        </p:nvSpPr>
        <p:spPr>
          <a:xfrm>
            <a:off x="390370" y="-430489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b="0" lang="en-GB" sz="2000"/>
              <a:t>Requête 2</a:t>
            </a:r>
            <a:endParaRPr sz="2000"/>
          </a:p>
        </p:txBody>
      </p:sp>
      <p:sp>
        <p:nvSpPr>
          <p:cNvPr id="354" name="Google Shape;354;p11"/>
          <p:cNvSpPr txBox="1"/>
          <p:nvPr>
            <p:ph idx="11" type="ftr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/>
              <a:t>Ajouter un pied de page</a:t>
            </a:r>
            <a:endParaRPr/>
          </a:p>
        </p:txBody>
      </p:sp>
      <p:sp>
        <p:nvSpPr>
          <p:cNvPr id="355" name="Google Shape;355;p11"/>
          <p:cNvSpPr txBox="1"/>
          <p:nvPr>
            <p:ph idx="12" type="sldNum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56" name="Google Shape;356;p11"/>
          <p:cNvSpPr txBox="1"/>
          <p:nvPr>
            <p:ph idx="1" type="body"/>
          </p:nvPr>
        </p:nvSpPr>
        <p:spPr>
          <a:xfrm>
            <a:off x="215038" y="385115"/>
            <a:ext cx="7417403" cy="45667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</a:pPr>
            <a:r>
              <a:rPr lang="en-GB" sz="1400">
                <a:solidFill>
                  <a:srgbClr val="1F1F1F"/>
                </a:solidFill>
              </a:rPr>
              <a:t>B-2 Le nombre de ventes d’appartement par région pour le 1er semester </a:t>
            </a:r>
            <a:r>
              <a:rPr lang="en-GB">
                <a:solidFill>
                  <a:srgbClr val="1F1F1F"/>
                </a:solidFill>
              </a:rPr>
              <a:t>2020.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>
              <a:solidFill>
                <a:srgbClr val="1F1F1F"/>
              </a:solidFill>
            </a:endParaRPr>
          </a:p>
        </p:txBody>
      </p:sp>
      <p:pic>
        <p:nvPicPr>
          <p:cNvPr descr="A screenshot of a computer program&#10;&#10;AI-generated content may be incorrect." id="357" name="Google Shape;357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841786"/>
            <a:ext cx="9144000" cy="43017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12"/>
          <p:cNvSpPr txBox="1"/>
          <p:nvPr>
            <p:ph type="title"/>
          </p:nvPr>
        </p:nvSpPr>
        <p:spPr>
          <a:xfrm>
            <a:off x="390370" y="-430489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b="0" lang="en-GB" sz="2000"/>
              <a:t>Requête 3</a:t>
            </a:r>
            <a:endParaRPr sz="2000"/>
          </a:p>
        </p:txBody>
      </p:sp>
      <p:sp>
        <p:nvSpPr>
          <p:cNvPr id="364" name="Google Shape;364;p12"/>
          <p:cNvSpPr txBox="1"/>
          <p:nvPr>
            <p:ph idx="11" type="ftr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/>
              <a:t>Ajouter un pied de page</a:t>
            </a:r>
            <a:endParaRPr/>
          </a:p>
        </p:txBody>
      </p:sp>
      <p:sp>
        <p:nvSpPr>
          <p:cNvPr id="365" name="Google Shape;365;p12"/>
          <p:cNvSpPr txBox="1"/>
          <p:nvPr>
            <p:ph idx="12" type="sldNum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66" name="Google Shape;366;p12"/>
          <p:cNvSpPr txBox="1"/>
          <p:nvPr>
            <p:ph idx="1" type="body"/>
          </p:nvPr>
        </p:nvSpPr>
        <p:spPr>
          <a:xfrm>
            <a:off x="215038" y="385115"/>
            <a:ext cx="7417403" cy="45667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</a:pPr>
            <a:r>
              <a:rPr lang="en-GB" sz="1400">
                <a:solidFill>
                  <a:srgbClr val="1F1F1F"/>
                </a:solidFill>
              </a:rPr>
              <a:t>B-3 </a:t>
            </a:r>
            <a:r>
              <a:rPr lang="en-GB">
                <a:solidFill>
                  <a:srgbClr val="1F1F1F"/>
                </a:solidFill>
              </a:rPr>
              <a:t>Proportion des ventes d’appartements par le nombre de pièces.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>
              <a:solidFill>
                <a:srgbClr val="1F1F1F"/>
              </a:solidFill>
            </a:endParaRPr>
          </a:p>
        </p:txBody>
      </p:sp>
      <p:pic>
        <p:nvPicPr>
          <p:cNvPr descr="A screenshot of a computer&#10;&#10;AI-generated content may be incorrect." id="367" name="Google Shape;367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90125"/>
            <a:ext cx="9144002" cy="4453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13"/>
          <p:cNvSpPr txBox="1"/>
          <p:nvPr>
            <p:ph type="title"/>
          </p:nvPr>
        </p:nvSpPr>
        <p:spPr>
          <a:xfrm>
            <a:off x="390370" y="-430489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b="0" lang="en-GB" sz="2000"/>
              <a:t>Requête 4</a:t>
            </a:r>
            <a:endParaRPr sz="2000"/>
          </a:p>
        </p:txBody>
      </p:sp>
      <p:sp>
        <p:nvSpPr>
          <p:cNvPr id="374" name="Google Shape;374;p13"/>
          <p:cNvSpPr txBox="1"/>
          <p:nvPr>
            <p:ph idx="11" type="ftr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/>
              <a:t>Ajouter un pied de page</a:t>
            </a:r>
            <a:endParaRPr/>
          </a:p>
        </p:txBody>
      </p:sp>
      <p:sp>
        <p:nvSpPr>
          <p:cNvPr id="375" name="Google Shape;375;p13"/>
          <p:cNvSpPr txBox="1"/>
          <p:nvPr>
            <p:ph idx="12" type="sldNum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76" name="Google Shape;376;p13"/>
          <p:cNvSpPr txBox="1"/>
          <p:nvPr>
            <p:ph idx="1" type="body"/>
          </p:nvPr>
        </p:nvSpPr>
        <p:spPr>
          <a:xfrm>
            <a:off x="215038" y="385115"/>
            <a:ext cx="7417403" cy="45667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</a:pPr>
            <a:r>
              <a:rPr lang="en-GB" sz="1400">
                <a:solidFill>
                  <a:srgbClr val="1F1F1F"/>
                </a:solidFill>
              </a:rPr>
              <a:t>B-4 </a:t>
            </a:r>
            <a:r>
              <a:rPr lang="en-GB">
                <a:solidFill>
                  <a:srgbClr val="1F1F1F"/>
                </a:solidFill>
              </a:rPr>
              <a:t>Liste des 10 départements où le prix du mètre carré est le plus élevé.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>
              <a:solidFill>
                <a:srgbClr val="1F1F1F"/>
              </a:solidFill>
            </a:endParaRPr>
          </a:p>
        </p:txBody>
      </p:sp>
      <p:pic>
        <p:nvPicPr>
          <p:cNvPr descr="A screenshot of a computer&#10;&#10;AI-generated content may be incorrect." id="377" name="Google Shape;37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774441"/>
            <a:ext cx="9144000" cy="47975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14"/>
          <p:cNvSpPr txBox="1"/>
          <p:nvPr>
            <p:ph type="title"/>
          </p:nvPr>
        </p:nvSpPr>
        <p:spPr>
          <a:xfrm>
            <a:off x="390370" y="-430489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b="0" lang="en-GB" sz="2000"/>
              <a:t>Requête 5</a:t>
            </a:r>
            <a:endParaRPr sz="2000"/>
          </a:p>
        </p:txBody>
      </p:sp>
      <p:sp>
        <p:nvSpPr>
          <p:cNvPr id="384" name="Google Shape;384;p14"/>
          <p:cNvSpPr txBox="1"/>
          <p:nvPr>
            <p:ph idx="11" type="ftr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/>
              <a:t>Ajouter un pied de page</a:t>
            </a:r>
            <a:endParaRPr/>
          </a:p>
        </p:txBody>
      </p:sp>
      <p:sp>
        <p:nvSpPr>
          <p:cNvPr id="385" name="Google Shape;385;p14"/>
          <p:cNvSpPr txBox="1"/>
          <p:nvPr>
            <p:ph idx="12" type="sldNum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86" name="Google Shape;386;p14"/>
          <p:cNvSpPr txBox="1"/>
          <p:nvPr>
            <p:ph idx="1" type="body"/>
          </p:nvPr>
        </p:nvSpPr>
        <p:spPr>
          <a:xfrm>
            <a:off x="215038" y="385115"/>
            <a:ext cx="7417403" cy="45667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</a:pPr>
            <a:r>
              <a:rPr lang="en-GB" sz="1400">
                <a:solidFill>
                  <a:srgbClr val="1F1F1F"/>
                </a:solidFill>
              </a:rPr>
              <a:t>B-5 </a:t>
            </a:r>
            <a:r>
              <a:rPr lang="en-GB">
                <a:solidFill>
                  <a:srgbClr val="1F1F1F"/>
                </a:solidFill>
              </a:rPr>
              <a:t>Prix moyen du mètre carré d’une maison en Île-de-France.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>
              <a:solidFill>
                <a:srgbClr val="1F1F1F"/>
              </a:solidFill>
            </a:endParaRPr>
          </a:p>
        </p:txBody>
      </p:sp>
      <p:pic>
        <p:nvPicPr>
          <p:cNvPr descr="A screenshot of a computer&#10;&#10;AI-generated content may be incorrect." id="387" name="Google Shape;38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841786"/>
            <a:ext cx="9144000" cy="46447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15"/>
          <p:cNvSpPr txBox="1"/>
          <p:nvPr>
            <p:ph type="title"/>
          </p:nvPr>
        </p:nvSpPr>
        <p:spPr>
          <a:xfrm>
            <a:off x="390370" y="-430489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b="0" lang="en-GB" sz="2000"/>
              <a:t>Requête 6</a:t>
            </a:r>
            <a:endParaRPr sz="2000"/>
          </a:p>
        </p:txBody>
      </p:sp>
      <p:sp>
        <p:nvSpPr>
          <p:cNvPr id="394" name="Google Shape;394;p15"/>
          <p:cNvSpPr txBox="1"/>
          <p:nvPr>
            <p:ph idx="11" type="ftr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/>
              <a:t>Ajouter un pied de page</a:t>
            </a:r>
            <a:endParaRPr/>
          </a:p>
        </p:txBody>
      </p:sp>
      <p:sp>
        <p:nvSpPr>
          <p:cNvPr id="395" name="Google Shape;395;p15"/>
          <p:cNvSpPr txBox="1"/>
          <p:nvPr>
            <p:ph idx="12" type="sldNum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96" name="Google Shape;396;p15"/>
          <p:cNvSpPr txBox="1"/>
          <p:nvPr>
            <p:ph idx="1" type="body"/>
          </p:nvPr>
        </p:nvSpPr>
        <p:spPr>
          <a:xfrm>
            <a:off x="215038" y="385115"/>
            <a:ext cx="8145190" cy="45667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</a:pPr>
            <a:r>
              <a:rPr lang="en-GB" sz="1400">
                <a:solidFill>
                  <a:srgbClr val="1F1F1F"/>
                </a:solidFill>
              </a:rPr>
              <a:t>B-6 </a:t>
            </a:r>
            <a:r>
              <a:rPr lang="en-GB">
                <a:solidFill>
                  <a:srgbClr val="1F1F1F"/>
                </a:solidFill>
              </a:rPr>
              <a:t>Liste des 10 appartements les plus chers avec la région et le nombre de mètres carrés.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>
              <a:solidFill>
                <a:srgbClr val="1F1F1F"/>
              </a:solidFill>
            </a:endParaRPr>
          </a:p>
        </p:txBody>
      </p:sp>
      <p:pic>
        <p:nvPicPr>
          <p:cNvPr descr="A screenshot of a computer program&#10;&#10;AI-generated content may be incorrect." id="397" name="Google Shape;39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815662"/>
            <a:ext cx="9144000" cy="43278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16"/>
          <p:cNvSpPr txBox="1"/>
          <p:nvPr>
            <p:ph type="title"/>
          </p:nvPr>
        </p:nvSpPr>
        <p:spPr>
          <a:xfrm>
            <a:off x="390370" y="-430489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b="0" lang="en-GB" sz="2000"/>
              <a:t>Requête 7</a:t>
            </a:r>
            <a:endParaRPr sz="2000"/>
          </a:p>
        </p:txBody>
      </p:sp>
      <p:sp>
        <p:nvSpPr>
          <p:cNvPr id="404" name="Google Shape;404;p16"/>
          <p:cNvSpPr txBox="1"/>
          <p:nvPr>
            <p:ph idx="11" type="ftr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/>
              <a:t>Ajouter un pied de page</a:t>
            </a:r>
            <a:endParaRPr/>
          </a:p>
        </p:txBody>
      </p:sp>
      <p:sp>
        <p:nvSpPr>
          <p:cNvPr id="405" name="Google Shape;405;p16"/>
          <p:cNvSpPr txBox="1"/>
          <p:nvPr>
            <p:ph idx="12" type="sldNum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06" name="Google Shape;406;p16"/>
          <p:cNvSpPr txBox="1"/>
          <p:nvPr>
            <p:ph idx="1" type="body"/>
          </p:nvPr>
        </p:nvSpPr>
        <p:spPr>
          <a:xfrm>
            <a:off x="215038" y="385115"/>
            <a:ext cx="8145190" cy="45667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</a:pPr>
            <a:r>
              <a:rPr lang="en-GB" sz="1400">
                <a:solidFill>
                  <a:srgbClr val="1F1F1F"/>
                </a:solidFill>
              </a:rPr>
              <a:t>B-7 </a:t>
            </a:r>
            <a:r>
              <a:rPr lang="en-GB">
                <a:solidFill>
                  <a:srgbClr val="1F1F1F"/>
                </a:solidFill>
              </a:rPr>
              <a:t>Taux d’évolution du nombre de ventes entre le premier et le second trimestre de 2020.</a:t>
            </a:r>
            <a:endParaRPr/>
          </a:p>
          <a:p>
            <a: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</a:pPr>
            <a:r>
              <a:rPr lang="en-GB">
                <a:solidFill>
                  <a:srgbClr val="1F1F1F"/>
                </a:solidFill>
              </a:rPr>
              <a:t>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>
              <a:solidFill>
                <a:srgbClr val="1F1F1F"/>
              </a:solidFill>
            </a:endParaRPr>
          </a:p>
        </p:txBody>
      </p:sp>
      <p:pic>
        <p:nvPicPr>
          <p:cNvPr descr="A screenshot of a computer program&#10;&#10;AI-generated content may be incorrect." id="407" name="Google Shape;40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841786"/>
            <a:ext cx="9144000" cy="43017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17"/>
          <p:cNvSpPr txBox="1"/>
          <p:nvPr>
            <p:ph type="title"/>
          </p:nvPr>
        </p:nvSpPr>
        <p:spPr>
          <a:xfrm>
            <a:off x="390370" y="-430489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b="0" lang="en-GB" sz="2000"/>
              <a:t>Requête 8</a:t>
            </a:r>
            <a:endParaRPr sz="2000"/>
          </a:p>
        </p:txBody>
      </p:sp>
      <p:sp>
        <p:nvSpPr>
          <p:cNvPr id="414" name="Google Shape;414;p17"/>
          <p:cNvSpPr txBox="1"/>
          <p:nvPr>
            <p:ph idx="11" type="ftr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/>
              <a:t>Ajouter un pied de page</a:t>
            </a:r>
            <a:endParaRPr/>
          </a:p>
        </p:txBody>
      </p:sp>
      <p:sp>
        <p:nvSpPr>
          <p:cNvPr id="415" name="Google Shape;415;p17"/>
          <p:cNvSpPr txBox="1"/>
          <p:nvPr>
            <p:ph idx="12" type="sldNum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16" name="Google Shape;416;p17"/>
          <p:cNvSpPr txBox="1"/>
          <p:nvPr>
            <p:ph idx="1" type="body"/>
          </p:nvPr>
        </p:nvSpPr>
        <p:spPr>
          <a:xfrm>
            <a:off x="215038" y="385115"/>
            <a:ext cx="8844986" cy="45667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</a:pPr>
            <a:r>
              <a:rPr lang="en-GB" sz="1400">
                <a:solidFill>
                  <a:srgbClr val="1F1F1F"/>
                </a:solidFill>
              </a:rPr>
              <a:t>B-8 </a:t>
            </a:r>
            <a:r>
              <a:rPr lang="en-GB">
                <a:solidFill>
                  <a:srgbClr val="1F1F1F"/>
                </a:solidFill>
              </a:rPr>
              <a:t>Le classement des régions par rapport au prix au mètre carré des appartement de plus de 4 pièces.</a:t>
            </a:r>
            <a:endParaRPr/>
          </a:p>
          <a:p>
            <a: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</a:pPr>
            <a:r>
              <a:t/>
            </a:r>
            <a:endParaRPr>
              <a:solidFill>
                <a:srgbClr val="1F1F1F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>
              <a:solidFill>
                <a:srgbClr val="1F1F1F"/>
              </a:solidFill>
            </a:endParaRPr>
          </a:p>
        </p:txBody>
      </p:sp>
      <p:pic>
        <p:nvPicPr>
          <p:cNvPr descr="A screenshot of a computer program&#10;&#10;AI-generated content may be incorrect." id="417" name="Google Shape;41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774441"/>
            <a:ext cx="9144000" cy="43690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18"/>
          <p:cNvSpPr txBox="1"/>
          <p:nvPr>
            <p:ph type="title"/>
          </p:nvPr>
        </p:nvSpPr>
        <p:spPr>
          <a:xfrm>
            <a:off x="390370" y="-430489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b="0" lang="en-GB" sz="2000"/>
              <a:t>Requête 9</a:t>
            </a:r>
            <a:endParaRPr sz="2000"/>
          </a:p>
        </p:txBody>
      </p:sp>
      <p:sp>
        <p:nvSpPr>
          <p:cNvPr id="424" name="Google Shape;424;p18"/>
          <p:cNvSpPr txBox="1"/>
          <p:nvPr>
            <p:ph idx="11" type="ftr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/>
              <a:t>Ajouter un pied de page</a:t>
            </a:r>
            <a:endParaRPr/>
          </a:p>
        </p:txBody>
      </p:sp>
      <p:sp>
        <p:nvSpPr>
          <p:cNvPr id="425" name="Google Shape;425;p18"/>
          <p:cNvSpPr txBox="1"/>
          <p:nvPr>
            <p:ph idx="12" type="sldNum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26" name="Google Shape;426;p18"/>
          <p:cNvSpPr txBox="1"/>
          <p:nvPr>
            <p:ph idx="1" type="body"/>
          </p:nvPr>
        </p:nvSpPr>
        <p:spPr>
          <a:xfrm>
            <a:off x="215038" y="385115"/>
            <a:ext cx="8844986" cy="45667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</a:pPr>
            <a:r>
              <a:rPr lang="en-GB" sz="1400">
                <a:solidFill>
                  <a:srgbClr val="1F1F1F"/>
                </a:solidFill>
              </a:rPr>
              <a:t>B-9 </a:t>
            </a:r>
            <a:r>
              <a:rPr lang="en-GB">
                <a:solidFill>
                  <a:srgbClr val="1F1F1F"/>
                </a:solidFill>
              </a:rPr>
              <a:t>Liste des communes ayant eu au moins 50 ventes au 1er trimestre</a:t>
            </a:r>
            <a:endParaRPr/>
          </a:p>
          <a:p>
            <a: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</a:pPr>
            <a:r>
              <a:t/>
            </a:r>
            <a:endParaRPr>
              <a:solidFill>
                <a:srgbClr val="1F1F1F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>
              <a:solidFill>
                <a:srgbClr val="1F1F1F"/>
              </a:solidFill>
            </a:endParaRPr>
          </a:p>
        </p:txBody>
      </p:sp>
      <p:pic>
        <p:nvPicPr>
          <p:cNvPr descr="A screenshot of a computer&#10;&#10;AI-generated content may be incorrect." id="427" name="Google Shape;42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746449"/>
            <a:ext cx="9144000" cy="45266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19"/>
          <p:cNvSpPr txBox="1"/>
          <p:nvPr>
            <p:ph type="title"/>
          </p:nvPr>
        </p:nvSpPr>
        <p:spPr>
          <a:xfrm>
            <a:off x="390370" y="-430489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b="0" lang="en-GB" sz="2000"/>
              <a:t>Requête 10</a:t>
            </a:r>
            <a:endParaRPr sz="2000"/>
          </a:p>
        </p:txBody>
      </p:sp>
      <p:sp>
        <p:nvSpPr>
          <p:cNvPr id="434" name="Google Shape;434;p19"/>
          <p:cNvSpPr txBox="1"/>
          <p:nvPr>
            <p:ph idx="11" type="ftr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/>
              <a:t>Ajouter un pied de page</a:t>
            </a:r>
            <a:endParaRPr/>
          </a:p>
        </p:txBody>
      </p:sp>
      <p:sp>
        <p:nvSpPr>
          <p:cNvPr id="435" name="Google Shape;435;p19"/>
          <p:cNvSpPr txBox="1"/>
          <p:nvPr>
            <p:ph idx="12" type="sldNum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36" name="Google Shape;436;p19"/>
          <p:cNvSpPr txBox="1"/>
          <p:nvPr>
            <p:ph idx="1" type="body"/>
          </p:nvPr>
        </p:nvSpPr>
        <p:spPr>
          <a:xfrm>
            <a:off x="215038" y="385115"/>
            <a:ext cx="8844986" cy="45667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</a:pPr>
            <a:r>
              <a:rPr lang="en-GB" sz="1400">
                <a:solidFill>
                  <a:srgbClr val="1F1F1F"/>
                </a:solidFill>
              </a:rPr>
              <a:t>B-10 </a:t>
            </a:r>
            <a:r>
              <a:rPr lang="en-GB">
                <a:solidFill>
                  <a:srgbClr val="1F1F1F"/>
                </a:solidFill>
              </a:rPr>
              <a:t>Différence en pourcentage du prix au mètre carré entre un appartement de 2 pièces et un appartement de 3 pièces.</a:t>
            </a:r>
            <a:endParaRPr/>
          </a:p>
          <a:p>
            <a: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</a:pPr>
            <a:r>
              <a:t/>
            </a:r>
            <a:endParaRPr>
              <a:solidFill>
                <a:srgbClr val="1F1F1F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>
              <a:solidFill>
                <a:srgbClr val="1F1F1F"/>
              </a:solidFill>
            </a:endParaRPr>
          </a:p>
        </p:txBody>
      </p:sp>
      <p:pic>
        <p:nvPicPr>
          <p:cNvPr descr="A screenshot of a computer program&#10;&#10;AI-generated content may be incorrect." id="437" name="Google Shape;43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998376"/>
            <a:ext cx="9144000" cy="47632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20"/>
          <p:cNvSpPr txBox="1"/>
          <p:nvPr>
            <p:ph type="title"/>
          </p:nvPr>
        </p:nvSpPr>
        <p:spPr>
          <a:xfrm>
            <a:off x="390370" y="-430489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b="0" lang="en-GB" sz="2000"/>
              <a:t>Requête 11</a:t>
            </a:r>
            <a:endParaRPr sz="2000"/>
          </a:p>
        </p:txBody>
      </p:sp>
      <p:sp>
        <p:nvSpPr>
          <p:cNvPr id="444" name="Google Shape;444;p20"/>
          <p:cNvSpPr txBox="1"/>
          <p:nvPr>
            <p:ph idx="11" type="ftr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/>
              <a:t>Ajouter un pied de page</a:t>
            </a:r>
            <a:endParaRPr/>
          </a:p>
        </p:txBody>
      </p:sp>
      <p:sp>
        <p:nvSpPr>
          <p:cNvPr id="445" name="Google Shape;445;p20"/>
          <p:cNvSpPr txBox="1"/>
          <p:nvPr>
            <p:ph idx="12" type="sldNum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46" name="Google Shape;446;p20"/>
          <p:cNvSpPr txBox="1"/>
          <p:nvPr>
            <p:ph idx="1" type="body"/>
          </p:nvPr>
        </p:nvSpPr>
        <p:spPr>
          <a:xfrm>
            <a:off x="215038" y="385115"/>
            <a:ext cx="8844986" cy="45667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</a:pPr>
            <a:r>
              <a:rPr lang="en-GB" sz="1400">
                <a:solidFill>
                  <a:srgbClr val="1F1F1F"/>
                </a:solidFill>
              </a:rPr>
              <a:t>B-11 </a:t>
            </a:r>
            <a:r>
              <a:rPr lang="en-GB">
                <a:solidFill>
                  <a:srgbClr val="1F1F1F"/>
                </a:solidFill>
              </a:rPr>
              <a:t>Les moyennes de valeurs foncières pour le top 3 des communes des départements 6, 13, 33, 59 et 69.</a:t>
            </a:r>
            <a:endParaRPr/>
          </a:p>
          <a:p>
            <a: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</a:pPr>
            <a:r>
              <a:rPr lang="en-GB">
                <a:solidFill>
                  <a:srgbClr val="1F1F1F"/>
                </a:solidFill>
              </a:rPr>
              <a:t>.</a:t>
            </a:r>
            <a:endParaRPr/>
          </a:p>
          <a:p>
            <a: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</a:pPr>
            <a:r>
              <a:t/>
            </a:r>
            <a:endParaRPr>
              <a:solidFill>
                <a:srgbClr val="1F1F1F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>
              <a:solidFill>
                <a:srgbClr val="1F1F1F"/>
              </a:solidFill>
            </a:endParaRPr>
          </a:p>
        </p:txBody>
      </p:sp>
      <p:pic>
        <p:nvPicPr>
          <p:cNvPr descr="A screenshot of a computer&#10;&#10;AI-generated content may be incorrect." id="447" name="Google Shape;44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755779"/>
            <a:ext cx="9143999" cy="43877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21"/>
          <p:cNvSpPr txBox="1"/>
          <p:nvPr>
            <p:ph type="title"/>
          </p:nvPr>
        </p:nvSpPr>
        <p:spPr>
          <a:xfrm>
            <a:off x="390370" y="-430489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b="0" lang="en-GB" sz="2000"/>
              <a:t>Requête 12</a:t>
            </a:r>
            <a:endParaRPr sz="2000"/>
          </a:p>
        </p:txBody>
      </p:sp>
      <p:sp>
        <p:nvSpPr>
          <p:cNvPr id="454" name="Google Shape;454;p21"/>
          <p:cNvSpPr txBox="1"/>
          <p:nvPr>
            <p:ph idx="11" type="ftr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/>
              <a:t>Ajouter un pied de page</a:t>
            </a:r>
            <a:endParaRPr/>
          </a:p>
        </p:txBody>
      </p:sp>
      <p:sp>
        <p:nvSpPr>
          <p:cNvPr id="455" name="Google Shape;455;p21"/>
          <p:cNvSpPr txBox="1"/>
          <p:nvPr>
            <p:ph idx="12" type="sldNum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56" name="Google Shape;456;p21"/>
          <p:cNvSpPr txBox="1"/>
          <p:nvPr>
            <p:ph idx="1" type="body"/>
          </p:nvPr>
        </p:nvSpPr>
        <p:spPr>
          <a:xfrm>
            <a:off x="215038" y="385115"/>
            <a:ext cx="8844986" cy="45667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</a:pPr>
            <a:r>
              <a:rPr lang="en-GB" sz="1400">
                <a:solidFill>
                  <a:srgbClr val="1F1F1F"/>
                </a:solidFill>
              </a:rPr>
              <a:t>B-12 </a:t>
            </a:r>
            <a:r>
              <a:rPr lang="en-GB">
                <a:solidFill>
                  <a:srgbClr val="1F1F1F"/>
                </a:solidFill>
              </a:rPr>
              <a:t>Les 20 communes avec le plus de transactions pour 1000 habitants pour les communes qui dépassent les 10 000 habitants.</a:t>
            </a:r>
            <a:endParaRPr/>
          </a:p>
          <a:p>
            <a: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</a:pPr>
            <a:r>
              <a:t/>
            </a:r>
            <a:endParaRPr>
              <a:solidFill>
                <a:srgbClr val="1F1F1F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>
              <a:solidFill>
                <a:srgbClr val="1F1F1F"/>
              </a:solidFill>
            </a:endParaRPr>
          </a:p>
        </p:txBody>
      </p:sp>
      <p:pic>
        <p:nvPicPr>
          <p:cNvPr descr="A screenshot of a computer&#10;&#10;AI-generated content may be incorrect." id="457" name="Google Shape;45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933063"/>
            <a:ext cx="9144000" cy="42104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3" name="Google Shape;463;p22" title="Image de bâtiment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20784" r="20784" t="0"/>
          <a:stretch/>
        </p:blipFill>
        <p:spPr>
          <a:xfrm>
            <a:off x="1262549" y="645708"/>
            <a:ext cx="3321392" cy="3852817"/>
          </a:xfrm>
          <a:prstGeom prst="rect">
            <a:avLst/>
          </a:prstGeom>
          <a:noFill/>
          <a:ln>
            <a:noFill/>
          </a:ln>
        </p:spPr>
      </p:pic>
      <p:sp>
        <p:nvSpPr>
          <p:cNvPr descr="Hexagone de couleur foncée unie au milieu d’accentuation d’image" id="464" name="Google Shape;464;p22"/>
          <p:cNvSpPr/>
          <p:nvPr/>
        </p:nvSpPr>
        <p:spPr>
          <a:xfrm rot="-5400000">
            <a:off x="2009777" y="1791686"/>
            <a:ext cx="1809749" cy="1560129"/>
          </a:xfrm>
          <a:prstGeom prst="hexagon">
            <a:avLst>
              <a:gd fmla="val 25000" name="adj"/>
              <a:gd fmla="val 115470" name="vf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22"/>
          <p:cNvSpPr txBox="1"/>
          <p:nvPr>
            <p:ph type="ctrTitle"/>
          </p:nvPr>
        </p:nvSpPr>
        <p:spPr>
          <a:xfrm>
            <a:off x="4781791" y="1504563"/>
            <a:ext cx="3640180" cy="121218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</a:pPr>
            <a:r>
              <a:rPr lang="en-GB"/>
              <a:t>Merci !</a:t>
            </a:r>
            <a:endParaRPr/>
          </a:p>
        </p:txBody>
      </p:sp>
      <p:pic>
        <p:nvPicPr>
          <p:cNvPr descr="https://lh5.googleusercontent.com/TcdnvzxQ7ulQo8GiFwfIKujloK6EfAJv7ikP-EvnfdTVQnROS3WXw6XSx9Cpd73e_l7GCUAnbxroB-qlzG2fvYdCyl-Y5QZ95MpiD-GfDN-4taJyHRqsr3vOZzc3ONTBu52b0HIdUOMeHvdHiA_5tD0" id="466" name="Google Shape;466;p22"/>
          <p:cNvPicPr preferRelativeResize="0"/>
          <p:nvPr/>
        </p:nvPicPr>
        <p:blipFill rotWithShape="1">
          <a:blip r:embed="rId4">
            <a:alphaModFix/>
          </a:blip>
          <a:srcRect b="13972" l="11387" r="63940" t="12667"/>
          <a:stretch/>
        </p:blipFill>
        <p:spPr>
          <a:xfrm>
            <a:off x="1980103" y="1578297"/>
            <a:ext cx="1801842" cy="17798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hème Office">
  <a:themeElements>
    <a:clrScheme name="Custom 14">
      <a:dk1>
        <a:srgbClr val="3F3F3F"/>
      </a:dk1>
      <a:lt1>
        <a:srgbClr val="FFFFFF"/>
      </a:lt1>
      <a:dk2>
        <a:srgbClr val="F2F2F2"/>
      </a:dk2>
      <a:lt2>
        <a:srgbClr val="A5A5A5"/>
      </a:lt2>
      <a:accent1>
        <a:srgbClr val="00194C"/>
      </a:accent1>
      <a:accent2>
        <a:srgbClr val="EAB200"/>
      </a:accent2>
      <a:accent3>
        <a:srgbClr val="F2F2F2"/>
      </a:accent3>
      <a:accent4>
        <a:srgbClr val="954F72"/>
      </a:accent4>
      <a:accent5>
        <a:srgbClr val="00843B"/>
      </a:accent5>
      <a:accent6>
        <a:srgbClr val="014067"/>
      </a:accent6>
      <a:hlink>
        <a:srgbClr val="00194C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